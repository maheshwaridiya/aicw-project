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0.xml" ContentType="application/vnd.openxmlformats-officedocument.presentationml.tags+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59" r:id="rId5"/>
    <p:sldId id="260" r:id="rId6"/>
    <p:sldId id="269" r:id="rId7"/>
    <p:sldId id="261" r:id="rId8"/>
    <p:sldId id="262"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CBDC38-0F0C-EF0A-5169-FC033B4B9FA1}" v="4" dt="2026-02-19T06:35:51.132"/>
    <p1510:client id="{DDC0B4EE-2D5D-447B-AE11-6BA75CAE74F0}" v="57" dt="2026-02-19T11:04:26.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10" autoAdjust="0"/>
    <p:restoredTop sz="94610"/>
  </p:normalViewPr>
  <p:slideViewPr>
    <p:cSldViewPr snapToGrid="0" snapToObjects="1">
      <p:cViewPr varScale="1">
        <p:scale>
          <a:sx n="114" d="100"/>
          <a:sy n="114" d="100"/>
        </p:scale>
        <p:origin x="82" y="96"/>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diagrams/_rels/data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 Id="rId5" Type="http://schemas.openxmlformats.org/officeDocument/2006/relationships/image" Target="../media/image17.png"/><Relationship Id="rId4" Type="http://schemas.openxmlformats.org/officeDocument/2006/relationships/image" Target="../media/image16.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 Id="rId5" Type="http://schemas.openxmlformats.org/officeDocument/2006/relationships/image" Target="../media/image17.png"/><Relationship Id="rId4" Type="http://schemas.openxmlformats.org/officeDocument/2006/relationships/image" Target="../media/image16.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F821E6-E3A9-44E4-A200-4B0CE9FCA4F3}" type="doc">
      <dgm:prSet loTypeId="urn:microsoft.com/office/officeart/2005/8/layout/matrix2" loCatId="matrix" qsTypeId="urn:microsoft.com/office/officeart/2009/2/quickstyle/3d8" qsCatId="3D" csTypeId="urn:microsoft.com/office/officeart/2005/8/colors/colorful1" csCatId="colorful" phldr="1"/>
      <dgm:spPr/>
      <dgm:t>
        <a:bodyPr/>
        <a:lstStyle/>
        <a:p>
          <a:endParaRPr lang="en-IN"/>
        </a:p>
      </dgm:t>
    </dgm:pt>
    <dgm:pt modelId="{F41C8FFF-1DD4-47A6-A739-A413D9D400CC}">
      <dgm:prSet phldrT="[Text]" phldr="0"/>
      <dgm:spPr/>
      <dgm:t>
        <a:bodyPr/>
        <a:lstStyle/>
        <a:p>
          <a:r>
            <a:rPr lang="en-IN" dirty="0"/>
            <a:t>Reconsider</a:t>
          </a:r>
        </a:p>
      </dgm:t>
    </dgm:pt>
    <dgm:pt modelId="{8C3B48CA-A2D5-4006-A16C-F05B9F08CB44}" type="parTrans" cxnId="{F5DF2A60-CB15-4EC3-A546-53459229163F}">
      <dgm:prSet/>
      <dgm:spPr/>
      <dgm:t>
        <a:bodyPr/>
        <a:lstStyle/>
        <a:p>
          <a:endParaRPr lang="en-IN"/>
        </a:p>
      </dgm:t>
    </dgm:pt>
    <dgm:pt modelId="{CD4494B7-1367-4209-B732-A70711B91D13}" type="sibTrans" cxnId="{F5DF2A60-CB15-4EC3-A546-53459229163F}">
      <dgm:prSet/>
      <dgm:spPr/>
      <dgm:t>
        <a:bodyPr/>
        <a:lstStyle/>
        <a:p>
          <a:endParaRPr lang="en-IN"/>
        </a:p>
      </dgm:t>
    </dgm:pt>
    <dgm:pt modelId="{3C62803C-F504-48AB-A696-40640E09B2ED}">
      <dgm:prSet phldrT="[Text]" phldr="0"/>
      <dgm:spPr/>
      <dgm:t>
        <a:bodyPr/>
        <a:lstStyle/>
        <a:p>
          <a:r>
            <a:rPr lang="en-IN" dirty="0"/>
            <a:t>Invest Strategically </a:t>
          </a:r>
        </a:p>
      </dgm:t>
    </dgm:pt>
    <dgm:pt modelId="{60CD1891-AFD4-49B5-A6D2-3BD4FD06CCB8}" type="parTrans" cxnId="{47839E59-FF22-4C6C-8BA6-C155A65D5AF3}">
      <dgm:prSet/>
      <dgm:spPr/>
      <dgm:t>
        <a:bodyPr/>
        <a:lstStyle/>
        <a:p>
          <a:endParaRPr lang="en-IN"/>
        </a:p>
      </dgm:t>
    </dgm:pt>
    <dgm:pt modelId="{92063FED-A688-4F92-B28E-B0EB6B00F5A8}" type="sibTrans" cxnId="{47839E59-FF22-4C6C-8BA6-C155A65D5AF3}">
      <dgm:prSet/>
      <dgm:spPr/>
      <dgm:t>
        <a:bodyPr/>
        <a:lstStyle/>
        <a:p>
          <a:endParaRPr lang="en-IN"/>
        </a:p>
      </dgm:t>
    </dgm:pt>
    <dgm:pt modelId="{1B007520-CB7A-41BB-9C81-3EA54E93E2B9}">
      <dgm:prSet phldrT="[Text]" phldr="0"/>
      <dgm:spPr/>
      <dgm:t>
        <a:bodyPr/>
        <a:lstStyle/>
        <a:p>
          <a:r>
            <a:rPr lang="en-IN" dirty="0"/>
            <a:t>Deprioritize</a:t>
          </a:r>
        </a:p>
      </dgm:t>
    </dgm:pt>
    <dgm:pt modelId="{FFBD0315-6A75-4618-B1D0-34A3E1BDA43D}" type="parTrans" cxnId="{507E80C6-A304-4483-8C6F-9B98937954C7}">
      <dgm:prSet/>
      <dgm:spPr/>
      <dgm:t>
        <a:bodyPr/>
        <a:lstStyle/>
        <a:p>
          <a:endParaRPr lang="en-IN"/>
        </a:p>
      </dgm:t>
    </dgm:pt>
    <dgm:pt modelId="{C119BFA2-61BE-4DCB-A4DB-681D7BE73261}" type="sibTrans" cxnId="{507E80C6-A304-4483-8C6F-9B98937954C7}">
      <dgm:prSet/>
      <dgm:spPr/>
      <dgm:t>
        <a:bodyPr/>
        <a:lstStyle/>
        <a:p>
          <a:endParaRPr lang="en-IN"/>
        </a:p>
      </dgm:t>
    </dgm:pt>
    <dgm:pt modelId="{66A6F57C-2F99-4957-AEDE-FBE74CB30A3B}">
      <dgm:prSet phldrT="[Text]" phldr="0"/>
      <dgm:spPr/>
      <dgm:t>
        <a:bodyPr/>
        <a:lstStyle/>
        <a:p>
          <a:r>
            <a:rPr lang="en-IN" dirty="0"/>
            <a:t>Quick Wins</a:t>
          </a:r>
        </a:p>
      </dgm:t>
    </dgm:pt>
    <dgm:pt modelId="{7CEFAB7B-834A-4BC5-8935-22C5A80B63FC}" type="parTrans" cxnId="{C6F10E8E-3DF8-418F-82C3-51847D029B85}">
      <dgm:prSet/>
      <dgm:spPr/>
      <dgm:t>
        <a:bodyPr/>
        <a:lstStyle/>
        <a:p>
          <a:endParaRPr lang="en-IN"/>
        </a:p>
      </dgm:t>
    </dgm:pt>
    <dgm:pt modelId="{6BFB6D89-EB01-4865-891C-CDADBD6D3A8A}" type="sibTrans" cxnId="{C6F10E8E-3DF8-418F-82C3-51847D029B85}">
      <dgm:prSet/>
      <dgm:spPr/>
      <dgm:t>
        <a:bodyPr/>
        <a:lstStyle/>
        <a:p>
          <a:endParaRPr lang="en-IN"/>
        </a:p>
      </dgm:t>
    </dgm:pt>
    <dgm:pt modelId="{847A1BE6-F585-47BA-9B05-2D9EEABA3C5E}" type="pres">
      <dgm:prSet presAssocID="{99F821E6-E3A9-44E4-A200-4B0CE9FCA4F3}" presName="matrix" presStyleCnt="0">
        <dgm:presLayoutVars>
          <dgm:chMax val="1"/>
          <dgm:dir/>
          <dgm:resizeHandles val="exact"/>
        </dgm:presLayoutVars>
      </dgm:prSet>
      <dgm:spPr/>
    </dgm:pt>
    <dgm:pt modelId="{DA963A33-82B1-4A36-970D-89C7C679237D}" type="pres">
      <dgm:prSet presAssocID="{99F821E6-E3A9-44E4-A200-4B0CE9FCA4F3}" presName="axisShape" presStyleLbl="bgShp" presStyleIdx="0" presStyleCnt="1" custLinFactNeighborX="444"/>
      <dgm:spPr/>
    </dgm:pt>
    <dgm:pt modelId="{221B3C66-9DA2-4C38-AFB7-8780E39D4760}" type="pres">
      <dgm:prSet presAssocID="{99F821E6-E3A9-44E4-A200-4B0CE9FCA4F3}" presName="rect1" presStyleLbl="node1" presStyleIdx="0" presStyleCnt="4">
        <dgm:presLayoutVars>
          <dgm:chMax val="0"/>
          <dgm:chPref val="0"/>
          <dgm:bulletEnabled val="1"/>
        </dgm:presLayoutVars>
      </dgm:prSet>
      <dgm:spPr/>
    </dgm:pt>
    <dgm:pt modelId="{6424B898-2C7E-4FD2-9D37-EB2F3AE89B10}" type="pres">
      <dgm:prSet presAssocID="{99F821E6-E3A9-44E4-A200-4B0CE9FCA4F3}" presName="rect2" presStyleLbl="node1" presStyleIdx="1" presStyleCnt="4">
        <dgm:presLayoutVars>
          <dgm:chMax val="0"/>
          <dgm:chPref val="0"/>
          <dgm:bulletEnabled val="1"/>
        </dgm:presLayoutVars>
      </dgm:prSet>
      <dgm:spPr/>
    </dgm:pt>
    <dgm:pt modelId="{FA8D5434-FB85-407A-9E57-620F886B2967}" type="pres">
      <dgm:prSet presAssocID="{99F821E6-E3A9-44E4-A200-4B0CE9FCA4F3}" presName="rect3" presStyleLbl="node1" presStyleIdx="2" presStyleCnt="4">
        <dgm:presLayoutVars>
          <dgm:chMax val="0"/>
          <dgm:chPref val="0"/>
          <dgm:bulletEnabled val="1"/>
        </dgm:presLayoutVars>
      </dgm:prSet>
      <dgm:spPr/>
    </dgm:pt>
    <dgm:pt modelId="{48E88121-55C3-4235-84AE-DCF66A90A4DC}" type="pres">
      <dgm:prSet presAssocID="{99F821E6-E3A9-44E4-A200-4B0CE9FCA4F3}" presName="rect4" presStyleLbl="node1" presStyleIdx="3" presStyleCnt="4">
        <dgm:presLayoutVars>
          <dgm:chMax val="0"/>
          <dgm:chPref val="0"/>
          <dgm:bulletEnabled val="1"/>
        </dgm:presLayoutVars>
      </dgm:prSet>
      <dgm:spPr/>
    </dgm:pt>
  </dgm:ptLst>
  <dgm:cxnLst>
    <dgm:cxn modelId="{F5DF2A60-CB15-4EC3-A546-53459229163F}" srcId="{99F821E6-E3A9-44E4-A200-4B0CE9FCA4F3}" destId="{F41C8FFF-1DD4-47A6-A739-A413D9D400CC}" srcOrd="0" destOrd="0" parTransId="{8C3B48CA-A2D5-4006-A16C-F05B9F08CB44}" sibTransId="{CD4494B7-1367-4209-B732-A70711B91D13}"/>
    <dgm:cxn modelId="{C97C3872-3CE6-4428-9E94-14A496C440FC}" type="presOf" srcId="{F41C8FFF-1DD4-47A6-A739-A413D9D400CC}" destId="{221B3C66-9DA2-4C38-AFB7-8780E39D4760}" srcOrd="0" destOrd="0" presId="urn:microsoft.com/office/officeart/2005/8/layout/matrix2"/>
    <dgm:cxn modelId="{47839E59-FF22-4C6C-8BA6-C155A65D5AF3}" srcId="{99F821E6-E3A9-44E4-A200-4B0CE9FCA4F3}" destId="{3C62803C-F504-48AB-A696-40640E09B2ED}" srcOrd="1" destOrd="0" parTransId="{60CD1891-AFD4-49B5-A6D2-3BD4FD06CCB8}" sibTransId="{92063FED-A688-4F92-B28E-B0EB6B00F5A8}"/>
    <dgm:cxn modelId="{A6E8F97C-3B03-4CCA-B07D-7703E630351C}" type="presOf" srcId="{99F821E6-E3A9-44E4-A200-4B0CE9FCA4F3}" destId="{847A1BE6-F585-47BA-9B05-2D9EEABA3C5E}" srcOrd="0" destOrd="0" presId="urn:microsoft.com/office/officeart/2005/8/layout/matrix2"/>
    <dgm:cxn modelId="{C6F10E8E-3DF8-418F-82C3-51847D029B85}" srcId="{99F821E6-E3A9-44E4-A200-4B0CE9FCA4F3}" destId="{66A6F57C-2F99-4957-AEDE-FBE74CB30A3B}" srcOrd="3" destOrd="0" parTransId="{7CEFAB7B-834A-4BC5-8935-22C5A80B63FC}" sibTransId="{6BFB6D89-EB01-4865-891C-CDADBD6D3A8A}"/>
    <dgm:cxn modelId="{9018D6A7-7849-4758-98B0-A21A5A5CEB40}" type="presOf" srcId="{66A6F57C-2F99-4957-AEDE-FBE74CB30A3B}" destId="{48E88121-55C3-4235-84AE-DCF66A90A4DC}" srcOrd="0" destOrd="0" presId="urn:microsoft.com/office/officeart/2005/8/layout/matrix2"/>
    <dgm:cxn modelId="{507E80C6-A304-4483-8C6F-9B98937954C7}" srcId="{99F821E6-E3A9-44E4-A200-4B0CE9FCA4F3}" destId="{1B007520-CB7A-41BB-9C81-3EA54E93E2B9}" srcOrd="2" destOrd="0" parTransId="{FFBD0315-6A75-4618-B1D0-34A3E1BDA43D}" sibTransId="{C119BFA2-61BE-4DCB-A4DB-681D7BE73261}"/>
    <dgm:cxn modelId="{9783B3D5-AB32-49CB-AC81-B92056441A8A}" type="presOf" srcId="{1B007520-CB7A-41BB-9C81-3EA54E93E2B9}" destId="{FA8D5434-FB85-407A-9E57-620F886B2967}" srcOrd="0" destOrd="0" presId="urn:microsoft.com/office/officeart/2005/8/layout/matrix2"/>
    <dgm:cxn modelId="{9C630DE7-E2D8-43FF-A3B7-420CFAD8551B}" type="presOf" srcId="{3C62803C-F504-48AB-A696-40640E09B2ED}" destId="{6424B898-2C7E-4FD2-9D37-EB2F3AE89B10}" srcOrd="0" destOrd="0" presId="urn:microsoft.com/office/officeart/2005/8/layout/matrix2"/>
    <dgm:cxn modelId="{6ED72127-E819-4658-A455-D4ACFB5A96E3}" type="presParOf" srcId="{847A1BE6-F585-47BA-9B05-2D9EEABA3C5E}" destId="{DA963A33-82B1-4A36-970D-89C7C679237D}" srcOrd="0" destOrd="0" presId="urn:microsoft.com/office/officeart/2005/8/layout/matrix2"/>
    <dgm:cxn modelId="{7CE8D98F-EC6A-4692-9DAB-99B83C4E998A}" type="presParOf" srcId="{847A1BE6-F585-47BA-9B05-2D9EEABA3C5E}" destId="{221B3C66-9DA2-4C38-AFB7-8780E39D4760}" srcOrd="1" destOrd="0" presId="urn:microsoft.com/office/officeart/2005/8/layout/matrix2"/>
    <dgm:cxn modelId="{6A16C200-483D-4A86-9B8C-043236754FB1}" type="presParOf" srcId="{847A1BE6-F585-47BA-9B05-2D9EEABA3C5E}" destId="{6424B898-2C7E-4FD2-9D37-EB2F3AE89B10}" srcOrd="2" destOrd="0" presId="urn:microsoft.com/office/officeart/2005/8/layout/matrix2"/>
    <dgm:cxn modelId="{99EA2805-4826-4A33-95DA-5AB4266C7A43}" type="presParOf" srcId="{847A1BE6-F585-47BA-9B05-2D9EEABA3C5E}" destId="{FA8D5434-FB85-407A-9E57-620F886B2967}" srcOrd="3" destOrd="0" presId="urn:microsoft.com/office/officeart/2005/8/layout/matrix2"/>
    <dgm:cxn modelId="{CBCFE735-8D57-42A6-8ACA-C5945FD2B969}" type="presParOf" srcId="{847A1BE6-F585-47BA-9B05-2D9EEABA3C5E}" destId="{48E88121-55C3-4235-84AE-DCF66A90A4DC}"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0E7EA24-4080-4C35-A9DA-7241E3E8E445}" type="doc">
      <dgm:prSet loTypeId="urn:microsoft.com/office/officeart/2005/8/layout/hList7" loCatId="process" qsTypeId="urn:microsoft.com/office/officeart/2005/8/quickstyle/simple1" qsCatId="simple" csTypeId="urn:microsoft.com/office/officeart/2005/8/colors/accent5_1" csCatId="accent5" phldr="1"/>
      <dgm:spPr/>
      <dgm:t>
        <a:bodyPr/>
        <a:lstStyle/>
        <a:p>
          <a:endParaRPr lang="en-IN"/>
        </a:p>
      </dgm:t>
    </dgm:pt>
    <dgm:pt modelId="{1A55B37B-7253-4388-9364-7D85C984FB81}">
      <dgm:prSet phldrT="[Text]" phldr="0"/>
      <dgm:spPr/>
      <dgm:t>
        <a:bodyPr/>
        <a:lstStyle/>
        <a:p>
          <a:pPr algn="ctr"/>
          <a:r>
            <a:rPr lang="en-IN" b="1" dirty="0">
              <a:latin typeface="Aparajita" panose="02020603050405020304" pitchFamily="18" charset="0"/>
              <a:cs typeface="Aparajita" panose="02020603050405020304" pitchFamily="18" charset="0"/>
            </a:rPr>
            <a:t>Strategic Data Ingestion </a:t>
          </a:r>
        </a:p>
        <a:p>
          <a:pPr algn="l"/>
          <a:endParaRPr lang="en-IN" dirty="0">
            <a:latin typeface="Aparajita" panose="02020603050405020304" pitchFamily="18" charset="0"/>
            <a:cs typeface="Aparajita" panose="02020603050405020304" pitchFamily="18" charset="0"/>
          </a:endParaRPr>
        </a:p>
      </dgm:t>
    </dgm:pt>
    <dgm:pt modelId="{E66FD28A-B4DC-4C6A-B442-5152ECFE2A63}" type="parTrans" cxnId="{3BF8E881-56EE-48E7-82EE-925E8F04D8B2}">
      <dgm:prSet/>
      <dgm:spPr/>
      <dgm:t>
        <a:bodyPr/>
        <a:lstStyle/>
        <a:p>
          <a:endParaRPr lang="en-IN">
            <a:latin typeface="Aparajita" panose="02020603050405020304" pitchFamily="18" charset="0"/>
            <a:cs typeface="Aparajita" panose="02020603050405020304" pitchFamily="18" charset="0"/>
          </a:endParaRPr>
        </a:p>
      </dgm:t>
    </dgm:pt>
    <dgm:pt modelId="{2C75B1CF-14F6-49FD-97D7-7B5600F9EF09}" type="sibTrans" cxnId="{3BF8E881-56EE-48E7-82EE-925E8F04D8B2}">
      <dgm:prSet/>
      <dgm:spPr/>
      <dgm:t>
        <a:bodyPr/>
        <a:lstStyle/>
        <a:p>
          <a:endParaRPr lang="en-IN">
            <a:latin typeface="Aparajita" panose="02020603050405020304" pitchFamily="18" charset="0"/>
            <a:cs typeface="Aparajita" panose="02020603050405020304" pitchFamily="18" charset="0"/>
          </a:endParaRPr>
        </a:p>
      </dgm:t>
    </dgm:pt>
    <dgm:pt modelId="{A492F1AD-A0CA-4E36-9E56-F23F1293D14A}">
      <dgm:prSet phldrT="[Text]" phldr="0"/>
      <dgm:spPr/>
      <dgm:t>
        <a:bodyPr/>
        <a:lstStyle/>
        <a:p>
          <a:pPr algn="l"/>
          <a:endParaRPr lang="en-IN" dirty="0">
            <a:latin typeface="Aparajita" panose="02020603050405020304" pitchFamily="18" charset="0"/>
            <a:cs typeface="Aparajita" panose="02020603050405020304" pitchFamily="18" charset="0"/>
          </a:endParaRPr>
        </a:p>
      </dgm:t>
    </dgm:pt>
    <dgm:pt modelId="{A46E9C4C-F150-4391-8819-60DACE32A8CA}" type="parTrans" cxnId="{1F222F1C-E981-4F3E-9B11-EC3B1D050070}">
      <dgm:prSet/>
      <dgm:spPr/>
      <dgm:t>
        <a:bodyPr/>
        <a:lstStyle/>
        <a:p>
          <a:endParaRPr lang="en-IN">
            <a:latin typeface="Aparajita" panose="02020603050405020304" pitchFamily="18" charset="0"/>
            <a:cs typeface="Aparajita" panose="02020603050405020304" pitchFamily="18" charset="0"/>
          </a:endParaRPr>
        </a:p>
      </dgm:t>
    </dgm:pt>
    <dgm:pt modelId="{CB41E207-9100-4AF9-93B4-3032592F0188}" type="sibTrans" cxnId="{1F222F1C-E981-4F3E-9B11-EC3B1D050070}">
      <dgm:prSet/>
      <dgm:spPr/>
      <dgm:t>
        <a:bodyPr/>
        <a:lstStyle/>
        <a:p>
          <a:endParaRPr lang="en-IN">
            <a:latin typeface="Aparajita" panose="02020603050405020304" pitchFamily="18" charset="0"/>
            <a:cs typeface="Aparajita" panose="02020603050405020304" pitchFamily="18" charset="0"/>
          </a:endParaRPr>
        </a:p>
      </dgm:t>
    </dgm:pt>
    <dgm:pt modelId="{C4DFE39F-8095-4E6E-927F-24C83C9E827E}">
      <dgm:prSet phldrT="[Text]" phldr="0"/>
      <dgm:spPr/>
      <dgm:t>
        <a:bodyPr/>
        <a:lstStyle/>
        <a:p>
          <a:pPr algn="ctr"/>
          <a:r>
            <a:rPr lang="en-IN" b="1" dirty="0">
              <a:latin typeface="Aparajita" panose="02020603050405020304" pitchFamily="18" charset="0"/>
              <a:cs typeface="Aparajita" panose="02020603050405020304" pitchFamily="18" charset="0"/>
            </a:rPr>
            <a:t>Data Structuring &amp; Standardization</a:t>
          </a:r>
        </a:p>
      </dgm:t>
    </dgm:pt>
    <dgm:pt modelId="{7F9036D0-96F7-4407-8E8F-6BF267DD6A3D}" type="parTrans" cxnId="{F9722BA4-8C11-48E7-9078-65088C11B665}">
      <dgm:prSet/>
      <dgm:spPr/>
      <dgm:t>
        <a:bodyPr/>
        <a:lstStyle/>
        <a:p>
          <a:endParaRPr lang="en-IN">
            <a:latin typeface="Aparajita" panose="02020603050405020304" pitchFamily="18" charset="0"/>
            <a:cs typeface="Aparajita" panose="02020603050405020304" pitchFamily="18" charset="0"/>
          </a:endParaRPr>
        </a:p>
      </dgm:t>
    </dgm:pt>
    <dgm:pt modelId="{C671704C-2F69-48AA-90CC-EA962E4F1830}" type="sibTrans" cxnId="{F9722BA4-8C11-48E7-9078-65088C11B665}">
      <dgm:prSet/>
      <dgm:spPr/>
      <dgm:t>
        <a:bodyPr/>
        <a:lstStyle/>
        <a:p>
          <a:endParaRPr lang="en-IN">
            <a:latin typeface="Aparajita" panose="02020603050405020304" pitchFamily="18" charset="0"/>
            <a:cs typeface="Aparajita" panose="02020603050405020304" pitchFamily="18" charset="0"/>
          </a:endParaRPr>
        </a:p>
      </dgm:t>
    </dgm:pt>
    <dgm:pt modelId="{139A0B38-B997-4129-BABE-A776196B139B}">
      <dgm:prSet phldrT="[Text]" phldr="0"/>
      <dgm:spPr/>
      <dgm:t>
        <a:bodyPr/>
        <a:lstStyle/>
        <a:p>
          <a:pPr algn="l"/>
          <a:endParaRPr lang="en-IN" dirty="0">
            <a:latin typeface="Aparajita" panose="02020603050405020304" pitchFamily="18" charset="0"/>
            <a:cs typeface="Aparajita" panose="02020603050405020304" pitchFamily="18" charset="0"/>
          </a:endParaRPr>
        </a:p>
        <a:p>
          <a:pPr algn="l"/>
          <a:endParaRPr lang="en-IN" dirty="0">
            <a:latin typeface="Aparajita" panose="02020603050405020304" pitchFamily="18" charset="0"/>
            <a:cs typeface="Aparajita" panose="02020603050405020304" pitchFamily="18" charset="0"/>
          </a:endParaRPr>
        </a:p>
      </dgm:t>
    </dgm:pt>
    <dgm:pt modelId="{F7FBCDBC-EE58-432A-81B1-B0BB70E2FDE3}" type="parTrans" cxnId="{9687041B-9028-4945-BCC2-226145826D12}">
      <dgm:prSet/>
      <dgm:spPr/>
      <dgm:t>
        <a:bodyPr/>
        <a:lstStyle/>
        <a:p>
          <a:endParaRPr lang="en-IN">
            <a:latin typeface="Aparajita" panose="02020603050405020304" pitchFamily="18" charset="0"/>
            <a:cs typeface="Aparajita" panose="02020603050405020304" pitchFamily="18" charset="0"/>
          </a:endParaRPr>
        </a:p>
      </dgm:t>
    </dgm:pt>
    <dgm:pt modelId="{0F19F3AB-34F4-4D04-B5DD-D757F057D438}" type="sibTrans" cxnId="{9687041B-9028-4945-BCC2-226145826D12}">
      <dgm:prSet/>
      <dgm:spPr/>
      <dgm:t>
        <a:bodyPr/>
        <a:lstStyle/>
        <a:p>
          <a:endParaRPr lang="en-IN">
            <a:latin typeface="Aparajita" panose="02020603050405020304" pitchFamily="18" charset="0"/>
            <a:cs typeface="Aparajita" panose="02020603050405020304" pitchFamily="18" charset="0"/>
          </a:endParaRPr>
        </a:p>
      </dgm:t>
    </dgm:pt>
    <dgm:pt modelId="{DF146713-8770-4B7F-88B5-18EA92C9A9C1}">
      <dgm:prSet phldrT="[Text]" phldr="0"/>
      <dgm:spPr/>
      <dgm:t>
        <a:bodyPr/>
        <a:lstStyle/>
        <a:p>
          <a:pPr algn="l"/>
          <a:r>
            <a:rPr lang="en-IN" dirty="0">
              <a:latin typeface="Aparajita" panose="02020603050405020304" pitchFamily="18" charset="0"/>
              <a:cs typeface="Aparajita" panose="02020603050405020304" pitchFamily="18" charset="0"/>
            </a:rPr>
            <a:t>Excel Power Query</a:t>
          </a:r>
        </a:p>
      </dgm:t>
    </dgm:pt>
    <dgm:pt modelId="{47A466E7-E58D-4C0E-AD78-05BCD7754061}" type="parTrans" cxnId="{3E5133D2-DC9F-4984-B25F-3C8E6BEEDFE5}">
      <dgm:prSet/>
      <dgm:spPr/>
      <dgm:t>
        <a:bodyPr/>
        <a:lstStyle/>
        <a:p>
          <a:endParaRPr lang="en-IN">
            <a:latin typeface="Aparajita" panose="02020603050405020304" pitchFamily="18" charset="0"/>
            <a:cs typeface="Aparajita" panose="02020603050405020304" pitchFamily="18" charset="0"/>
          </a:endParaRPr>
        </a:p>
      </dgm:t>
    </dgm:pt>
    <dgm:pt modelId="{E15FE7B1-ADD5-4D59-8BFC-828A2B490076}" type="sibTrans" cxnId="{3E5133D2-DC9F-4984-B25F-3C8E6BEEDFE5}">
      <dgm:prSet/>
      <dgm:spPr/>
      <dgm:t>
        <a:bodyPr/>
        <a:lstStyle/>
        <a:p>
          <a:endParaRPr lang="en-IN">
            <a:latin typeface="Aparajita" panose="02020603050405020304" pitchFamily="18" charset="0"/>
            <a:cs typeface="Aparajita" panose="02020603050405020304" pitchFamily="18" charset="0"/>
          </a:endParaRPr>
        </a:p>
      </dgm:t>
    </dgm:pt>
    <dgm:pt modelId="{EADB7DD1-8DB6-46B5-A6E2-16930FEC81D3}">
      <dgm:prSet phldrT="[Text]" phldr="0"/>
      <dgm:spPr/>
      <dgm:t>
        <a:bodyPr/>
        <a:lstStyle/>
        <a:p>
          <a:pPr algn="ctr"/>
          <a:r>
            <a:rPr lang="en-IN" b="1" dirty="0">
              <a:latin typeface="Aparajita" panose="02020603050405020304" pitchFamily="18" charset="0"/>
              <a:cs typeface="Aparajita" panose="02020603050405020304" pitchFamily="18" charset="0"/>
            </a:rPr>
            <a:t>Business Intelligence Modelling </a:t>
          </a:r>
        </a:p>
      </dgm:t>
    </dgm:pt>
    <dgm:pt modelId="{0C06276F-9991-4C7D-8009-B0A7E0CDFA8D}" type="parTrans" cxnId="{1CA212C5-0C54-494E-A551-145391C37AFD}">
      <dgm:prSet/>
      <dgm:spPr/>
      <dgm:t>
        <a:bodyPr/>
        <a:lstStyle/>
        <a:p>
          <a:endParaRPr lang="en-IN">
            <a:latin typeface="Aparajita" panose="02020603050405020304" pitchFamily="18" charset="0"/>
            <a:cs typeface="Aparajita" panose="02020603050405020304" pitchFamily="18" charset="0"/>
          </a:endParaRPr>
        </a:p>
      </dgm:t>
    </dgm:pt>
    <dgm:pt modelId="{67724B06-A0E1-4C49-939A-686C44E35375}" type="sibTrans" cxnId="{1CA212C5-0C54-494E-A551-145391C37AFD}">
      <dgm:prSet/>
      <dgm:spPr/>
      <dgm:t>
        <a:bodyPr/>
        <a:lstStyle/>
        <a:p>
          <a:endParaRPr lang="en-IN">
            <a:latin typeface="Aparajita" panose="02020603050405020304" pitchFamily="18" charset="0"/>
            <a:cs typeface="Aparajita" panose="02020603050405020304" pitchFamily="18" charset="0"/>
          </a:endParaRPr>
        </a:p>
      </dgm:t>
    </dgm:pt>
    <dgm:pt modelId="{09A719A5-4C3B-47CF-AC00-A68F6D014242}">
      <dgm:prSet phldrT="[Text]" phldr="0"/>
      <dgm:spPr/>
      <dgm:t>
        <a:bodyPr/>
        <a:lstStyle/>
        <a:p>
          <a:pPr algn="l"/>
          <a:endParaRPr lang="en-IN" dirty="0">
            <a:latin typeface="Aparajita" panose="02020603050405020304" pitchFamily="18" charset="0"/>
            <a:cs typeface="Aparajita" panose="02020603050405020304" pitchFamily="18" charset="0"/>
          </a:endParaRPr>
        </a:p>
        <a:p>
          <a:pPr algn="l"/>
          <a:endParaRPr lang="en-IN" dirty="0">
            <a:latin typeface="Aparajita" panose="02020603050405020304" pitchFamily="18" charset="0"/>
            <a:cs typeface="Aparajita" panose="02020603050405020304" pitchFamily="18" charset="0"/>
          </a:endParaRPr>
        </a:p>
      </dgm:t>
    </dgm:pt>
    <dgm:pt modelId="{32BADCD5-3C55-449B-8570-9854035CF774}" type="parTrans" cxnId="{546D737F-CB2B-46E9-917E-1B4FA61EB9B6}">
      <dgm:prSet/>
      <dgm:spPr/>
      <dgm:t>
        <a:bodyPr/>
        <a:lstStyle/>
        <a:p>
          <a:endParaRPr lang="en-IN">
            <a:latin typeface="Aparajita" panose="02020603050405020304" pitchFamily="18" charset="0"/>
            <a:cs typeface="Aparajita" panose="02020603050405020304" pitchFamily="18" charset="0"/>
          </a:endParaRPr>
        </a:p>
      </dgm:t>
    </dgm:pt>
    <dgm:pt modelId="{1063051E-C713-45DB-8E23-26E06317F95E}" type="sibTrans" cxnId="{546D737F-CB2B-46E9-917E-1B4FA61EB9B6}">
      <dgm:prSet/>
      <dgm:spPr/>
      <dgm:t>
        <a:bodyPr/>
        <a:lstStyle/>
        <a:p>
          <a:endParaRPr lang="en-IN">
            <a:latin typeface="Aparajita" panose="02020603050405020304" pitchFamily="18" charset="0"/>
            <a:cs typeface="Aparajita" panose="02020603050405020304" pitchFamily="18" charset="0"/>
          </a:endParaRPr>
        </a:p>
      </dgm:t>
    </dgm:pt>
    <dgm:pt modelId="{360E3B61-8CA8-470A-8D73-C13DDBD23F43}">
      <dgm:prSet phldrT="[Text]" phldr="0"/>
      <dgm:spPr/>
      <dgm:t>
        <a:bodyPr/>
        <a:lstStyle/>
        <a:p>
          <a:pPr algn="l"/>
          <a:r>
            <a:rPr lang="en-IN" dirty="0">
              <a:latin typeface="Aparajita" panose="02020603050405020304" pitchFamily="18" charset="0"/>
              <a:cs typeface="Aparajita" panose="02020603050405020304" pitchFamily="18" charset="0"/>
            </a:rPr>
            <a:t>Power BI Desktop</a:t>
          </a:r>
        </a:p>
      </dgm:t>
    </dgm:pt>
    <dgm:pt modelId="{99B585E9-9CB2-4D06-A5F3-5AD3E753A992}" type="parTrans" cxnId="{60B35A15-73A5-435C-B890-17A61BEAA34B}">
      <dgm:prSet/>
      <dgm:spPr/>
      <dgm:t>
        <a:bodyPr/>
        <a:lstStyle/>
        <a:p>
          <a:endParaRPr lang="en-IN">
            <a:latin typeface="Aparajita" panose="02020603050405020304" pitchFamily="18" charset="0"/>
            <a:cs typeface="Aparajita" panose="02020603050405020304" pitchFamily="18" charset="0"/>
          </a:endParaRPr>
        </a:p>
      </dgm:t>
    </dgm:pt>
    <dgm:pt modelId="{E3F66DC0-2C0C-45F5-AB0B-DD938EA5631A}" type="sibTrans" cxnId="{60B35A15-73A5-435C-B890-17A61BEAA34B}">
      <dgm:prSet/>
      <dgm:spPr/>
      <dgm:t>
        <a:bodyPr/>
        <a:lstStyle/>
        <a:p>
          <a:endParaRPr lang="en-IN">
            <a:latin typeface="Aparajita" panose="02020603050405020304" pitchFamily="18" charset="0"/>
            <a:cs typeface="Aparajita" panose="02020603050405020304" pitchFamily="18" charset="0"/>
          </a:endParaRPr>
        </a:p>
      </dgm:t>
    </dgm:pt>
    <dgm:pt modelId="{A01FF61C-EC2B-4D6F-AD81-D02FCDFEC1E9}">
      <dgm:prSet phldrT="[Text]" phldr="0" custT="1"/>
      <dgm:spPr/>
      <dgm:t>
        <a:bodyPr/>
        <a:lstStyle/>
        <a:p>
          <a:pPr algn="ctr"/>
          <a:endParaRPr lang="en-IN" sz="1200" b="1" dirty="0">
            <a:latin typeface="Aparajita" panose="02020603050405020304" pitchFamily="18" charset="0"/>
            <a:cs typeface="Aparajita" panose="02020603050405020304" pitchFamily="18" charset="0"/>
          </a:endParaRPr>
        </a:p>
        <a:p>
          <a:pPr algn="ctr"/>
          <a:r>
            <a:rPr lang="en-IN" sz="1200" b="1" dirty="0">
              <a:latin typeface="Aparajita" panose="02020603050405020304" pitchFamily="18" charset="0"/>
              <a:cs typeface="Aparajita" panose="02020603050405020304" pitchFamily="18" charset="0"/>
            </a:rPr>
            <a:t>Actionable Executive Output</a:t>
          </a:r>
        </a:p>
        <a:p>
          <a:pPr algn="ctr"/>
          <a:endParaRPr lang="en-IN" sz="900" dirty="0">
            <a:latin typeface="Aparajita" panose="02020603050405020304" pitchFamily="18" charset="0"/>
            <a:cs typeface="Aparajita" panose="02020603050405020304" pitchFamily="18" charset="0"/>
          </a:endParaRPr>
        </a:p>
        <a:p>
          <a:pPr algn="ctr"/>
          <a:endParaRPr lang="en-IN" sz="900" dirty="0">
            <a:latin typeface="Aparajita" panose="02020603050405020304" pitchFamily="18" charset="0"/>
            <a:cs typeface="Aparajita" panose="02020603050405020304" pitchFamily="18" charset="0"/>
          </a:endParaRPr>
        </a:p>
        <a:p>
          <a:pPr algn="ctr"/>
          <a:endParaRPr lang="en-IN" sz="900" dirty="0">
            <a:latin typeface="Aparajita" panose="02020603050405020304" pitchFamily="18" charset="0"/>
            <a:cs typeface="Aparajita" panose="02020603050405020304" pitchFamily="18" charset="0"/>
          </a:endParaRPr>
        </a:p>
        <a:p>
          <a:pPr algn="ctr"/>
          <a:r>
            <a:rPr lang="en-IN" sz="900" dirty="0">
              <a:latin typeface="Aparajita" panose="02020603050405020304" pitchFamily="18" charset="0"/>
              <a:cs typeface="Aparajita" panose="02020603050405020304" pitchFamily="18" charset="0"/>
            </a:rPr>
            <a:t>Interactive academic ROI Dashboard</a:t>
          </a:r>
        </a:p>
        <a:p>
          <a:pPr algn="ctr"/>
          <a:endParaRPr lang="en-IN" sz="1100" dirty="0">
            <a:latin typeface="Aparajita" panose="02020603050405020304" pitchFamily="18" charset="0"/>
            <a:cs typeface="Aparajita" panose="02020603050405020304" pitchFamily="18" charset="0"/>
          </a:endParaRPr>
        </a:p>
      </dgm:t>
    </dgm:pt>
    <dgm:pt modelId="{9E29BF70-C3C1-45E8-B9A7-66A1537FD439}" type="parTrans" cxnId="{81570B21-F4DB-4E6A-B0AD-9564F83A383A}">
      <dgm:prSet/>
      <dgm:spPr/>
      <dgm:t>
        <a:bodyPr/>
        <a:lstStyle/>
        <a:p>
          <a:endParaRPr lang="en-IN">
            <a:latin typeface="Aparajita" panose="02020603050405020304" pitchFamily="18" charset="0"/>
            <a:cs typeface="Aparajita" panose="02020603050405020304" pitchFamily="18" charset="0"/>
          </a:endParaRPr>
        </a:p>
      </dgm:t>
    </dgm:pt>
    <dgm:pt modelId="{BE0A2A68-9CD8-4AB6-BF09-5CFB6B213D26}" type="sibTrans" cxnId="{81570B21-F4DB-4E6A-B0AD-9564F83A383A}">
      <dgm:prSet/>
      <dgm:spPr/>
      <dgm:t>
        <a:bodyPr/>
        <a:lstStyle/>
        <a:p>
          <a:endParaRPr lang="en-IN">
            <a:latin typeface="Aparajita" panose="02020603050405020304" pitchFamily="18" charset="0"/>
            <a:cs typeface="Aparajita" panose="02020603050405020304" pitchFamily="18" charset="0"/>
          </a:endParaRPr>
        </a:p>
      </dgm:t>
    </dgm:pt>
    <dgm:pt modelId="{AC5CCA7C-6995-40C7-A0FE-D8538DE8B3BE}">
      <dgm:prSet phldrT="[Text]" phldr="0"/>
      <dgm:spPr/>
      <dgm:t>
        <a:bodyPr/>
        <a:lstStyle/>
        <a:p>
          <a:r>
            <a:rPr lang="en-IN" b="1" dirty="0">
              <a:latin typeface="Aparajita" panose="02020603050405020304" pitchFamily="18" charset="0"/>
              <a:cs typeface="Aparajita" panose="02020603050405020304" pitchFamily="18" charset="0"/>
            </a:rPr>
            <a:t>Standalone AI Chatbot</a:t>
          </a:r>
        </a:p>
        <a:p>
          <a:endParaRPr lang="en-IN" dirty="0">
            <a:latin typeface="Aparajita" panose="02020603050405020304" pitchFamily="18" charset="0"/>
            <a:cs typeface="Aparajita" panose="02020603050405020304" pitchFamily="18" charset="0"/>
          </a:endParaRPr>
        </a:p>
      </dgm:t>
    </dgm:pt>
    <dgm:pt modelId="{A9F3DEBC-FED9-4475-B22A-B1CABA82D43D}" type="parTrans" cxnId="{20A426BC-8E5C-4DA5-B7BE-3BEF2B864F20}">
      <dgm:prSet/>
      <dgm:spPr/>
      <dgm:t>
        <a:bodyPr/>
        <a:lstStyle/>
        <a:p>
          <a:endParaRPr lang="en-IN">
            <a:latin typeface="Aparajita" panose="02020603050405020304" pitchFamily="18" charset="0"/>
            <a:cs typeface="Aparajita" panose="02020603050405020304" pitchFamily="18" charset="0"/>
          </a:endParaRPr>
        </a:p>
      </dgm:t>
    </dgm:pt>
    <dgm:pt modelId="{5BF74AD2-B50D-4671-A6E6-54EAC48AB422}" type="sibTrans" cxnId="{20A426BC-8E5C-4DA5-B7BE-3BEF2B864F20}">
      <dgm:prSet/>
      <dgm:spPr/>
      <dgm:t>
        <a:bodyPr/>
        <a:lstStyle/>
        <a:p>
          <a:endParaRPr lang="en-IN">
            <a:latin typeface="Aparajita" panose="02020603050405020304" pitchFamily="18" charset="0"/>
            <a:cs typeface="Aparajita" panose="02020603050405020304" pitchFamily="18" charset="0"/>
          </a:endParaRPr>
        </a:p>
      </dgm:t>
    </dgm:pt>
    <dgm:pt modelId="{C972BFF8-97F7-4B45-AB03-75F1A0234987}">
      <dgm:prSet phldrT="[Text]" phldr="0"/>
      <dgm:spPr/>
      <dgm:t>
        <a:bodyPr/>
        <a:lstStyle/>
        <a:p>
          <a:endParaRPr lang="en-IN" dirty="0">
            <a:latin typeface="Aparajita" panose="02020603050405020304" pitchFamily="18" charset="0"/>
            <a:cs typeface="Aparajita" panose="02020603050405020304" pitchFamily="18" charset="0"/>
          </a:endParaRPr>
        </a:p>
        <a:p>
          <a:endParaRPr lang="en-IN" dirty="0">
            <a:latin typeface="Aparajita" panose="02020603050405020304" pitchFamily="18" charset="0"/>
            <a:cs typeface="Aparajita" panose="02020603050405020304" pitchFamily="18" charset="0"/>
          </a:endParaRPr>
        </a:p>
      </dgm:t>
    </dgm:pt>
    <dgm:pt modelId="{91BC3532-564A-4858-A827-7AF6EF6BE577}" type="parTrans" cxnId="{00E5FA87-409C-4EDB-B989-1156CBB1F319}">
      <dgm:prSet/>
      <dgm:spPr/>
      <dgm:t>
        <a:bodyPr/>
        <a:lstStyle/>
        <a:p>
          <a:endParaRPr lang="en-IN">
            <a:latin typeface="Aparajita" panose="02020603050405020304" pitchFamily="18" charset="0"/>
            <a:cs typeface="Aparajita" panose="02020603050405020304" pitchFamily="18" charset="0"/>
          </a:endParaRPr>
        </a:p>
      </dgm:t>
    </dgm:pt>
    <dgm:pt modelId="{CBFBD25F-C94F-464D-AF87-1F41ABC4E7BD}" type="sibTrans" cxnId="{00E5FA87-409C-4EDB-B989-1156CBB1F319}">
      <dgm:prSet/>
      <dgm:spPr/>
      <dgm:t>
        <a:bodyPr/>
        <a:lstStyle/>
        <a:p>
          <a:endParaRPr lang="en-IN">
            <a:latin typeface="Aparajita" panose="02020603050405020304" pitchFamily="18" charset="0"/>
            <a:cs typeface="Aparajita" panose="02020603050405020304" pitchFamily="18" charset="0"/>
          </a:endParaRPr>
        </a:p>
      </dgm:t>
    </dgm:pt>
    <dgm:pt modelId="{741F5941-DBBC-4B51-B4A4-206E7F144ACF}">
      <dgm:prSet phldrT="[Text]" phldr="0"/>
      <dgm:spPr/>
      <dgm:t>
        <a:bodyPr/>
        <a:lstStyle/>
        <a:p>
          <a:endParaRPr lang="en-IN" dirty="0">
            <a:latin typeface="Aparajita" panose="02020603050405020304" pitchFamily="18" charset="0"/>
            <a:cs typeface="Aparajita" panose="02020603050405020304" pitchFamily="18" charset="0"/>
          </a:endParaRPr>
        </a:p>
      </dgm:t>
    </dgm:pt>
    <dgm:pt modelId="{65E8C197-A63A-48DB-8F06-C3E840DD9BFD}" type="parTrans" cxnId="{7A4217BC-31D1-4F0A-A576-0EB911BDE12B}">
      <dgm:prSet/>
      <dgm:spPr/>
      <dgm:t>
        <a:bodyPr/>
        <a:lstStyle/>
        <a:p>
          <a:endParaRPr lang="en-IN">
            <a:latin typeface="Aparajita" panose="02020603050405020304" pitchFamily="18" charset="0"/>
            <a:cs typeface="Aparajita" panose="02020603050405020304" pitchFamily="18" charset="0"/>
          </a:endParaRPr>
        </a:p>
      </dgm:t>
    </dgm:pt>
    <dgm:pt modelId="{55C71E4C-4F3A-490B-9F87-31445CF8E4B2}" type="sibTrans" cxnId="{7A4217BC-31D1-4F0A-A576-0EB911BDE12B}">
      <dgm:prSet/>
      <dgm:spPr/>
      <dgm:t>
        <a:bodyPr/>
        <a:lstStyle/>
        <a:p>
          <a:endParaRPr lang="en-IN">
            <a:latin typeface="Aparajita" panose="02020603050405020304" pitchFamily="18" charset="0"/>
            <a:cs typeface="Aparajita" panose="02020603050405020304" pitchFamily="18" charset="0"/>
          </a:endParaRPr>
        </a:p>
      </dgm:t>
    </dgm:pt>
    <dgm:pt modelId="{9DC41129-9E3F-446A-B03A-376D357826BE}">
      <dgm:prSet phldrT="[Text]" phldr="0"/>
      <dgm:spPr/>
      <dgm:t>
        <a:bodyPr/>
        <a:lstStyle/>
        <a:p>
          <a:pPr algn="l"/>
          <a:r>
            <a:rPr lang="en-IN" dirty="0">
              <a:latin typeface="Aparajita" panose="02020603050405020304" pitchFamily="18" charset="0"/>
              <a:cs typeface="Aparajita" panose="02020603050405020304" pitchFamily="18" charset="0"/>
            </a:rPr>
            <a:t>Student Performance Records From Kaggle </a:t>
          </a:r>
        </a:p>
      </dgm:t>
    </dgm:pt>
    <dgm:pt modelId="{641D7C95-BBE2-4E89-8301-FE7578AD20ED}" type="parTrans" cxnId="{18E7CDB7-7D5C-47C9-B272-CEE1100842AE}">
      <dgm:prSet/>
      <dgm:spPr/>
      <dgm:t>
        <a:bodyPr/>
        <a:lstStyle/>
        <a:p>
          <a:endParaRPr lang="en-IN">
            <a:latin typeface="Aparajita" panose="02020603050405020304" pitchFamily="18" charset="0"/>
            <a:cs typeface="Aparajita" panose="02020603050405020304" pitchFamily="18" charset="0"/>
          </a:endParaRPr>
        </a:p>
      </dgm:t>
    </dgm:pt>
    <dgm:pt modelId="{2C56025E-BDAE-4572-9C49-652FD51E4FF0}" type="sibTrans" cxnId="{18E7CDB7-7D5C-47C9-B272-CEE1100842AE}">
      <dgm:prSet/>
      <dgm:spPr/>
      <dgm:t>
        <a:bodyPr/>
        <a:lstStyle/>
        <a:p>
          <a:endParaRPr lang="en-IN">
            <a:latin typeface="Aparajita" panose="02020603050405020304" pitchFamily="18" charset="0"/>
            <a:cs typeface="Aparajita" panose="02020603050405020304" pitchFamily="18" charset="0"/>
          </a:endParaRPr>
        </a:p>
      </dgm:t>
    </dgm:pt>
    <dgm:pt modelId="{C7CC8721-4DDC-42B7-8F76-E12D5FC0F4F9}">
      <dgm:prSet phldrT="[Text]" phldr="0"/>
      <dgm:spPr/>
      <dgm:t>
        <a:bodyPr/>
        <a:lstStyle/>
        <a:p>
          <a:pPr algn="l"/>
          <a:endParaRPr lang="en-IN" dirty="0">
            <a:latin typeface="Aparajita" panose="02020603050405020304" pitchFamily="18" charset="0"/>
            <a:cs typeface="Aparajita" panose="02020603050405020304" pitchFamily="18" charset="0"/>
          </a:endParaRPr>
        </a:p>
      </dgm:t>
    </dgm:pt>
    <dgm:pt modelId="{2112B698-19BF-436B-A1E5-DFFB8FD2F0DA}" type="parTrans" cxnId="{593CA60F-DF4E-499C-AB8F-5C654EA11775}">
      <dgm:prSet/>
      <dgm:spPr/>
      <dgm:t>
        <a:bodyPr/>
        <a:lstStyle/>
        <a:p>
          <a:endParaRPr lang="en-IN"/>
        </a:p>
      </dgm:t>
    </dgm:pt>
    <dgm:pt modelId="{28D6E6B1-AAC3-4C8D-B8B3-481C7DD61295}" type="sibTrans" cxnId="{593CA60F-DF4E-499C-AB8F-5C654EA11775}">
      <dgm:prSet/>
      <dgm:spPr/>
      <dgm:t>
        <a:bodyPr/>
        <a:lstStyle/>
        <a:p>
          <a:endParaRPr lang="en-IN"/>
        </a:p>
      </dgm:t>
    </dgm:pt>
    <dgm:pt modelId="{EF106413-1649-44C6-935A-6E7A0703DA1A}">
      <dgm:prSet phldrT="[Text]" phldr="0"/>
      <dgm:spPr/>
      <dgm:t>
        <a:bodyPr/>
        <a:lstStyle/>
        <a:p>
          <a:pPr algn="l"/>
          <a:endParaRPr lang="en-IN" dirty="0">
            <a:latin typeface="Aparajita" panose="02020603050405020304" pitchFamily="18" charset="0"/>
            <a:cs typeface="Aparajita" panose="02020603050405020304" pitchFamily="18" charset="0"/>
          </a:endParaRPr>
        </a:p>
      </dgm:t>
    </dgm:pt>
    <dgm:pt modelId="{80EF4A52-A8BC-46DB-914A-C1F7C06D49FC}" type="parTrans" cxnId="{9CF1DAB7-EB11-459F-A42B-C40D88CDE407}">
      <dgm:prSet/>
      <dgm:spPr/>
      <dgm:t>
        <a:bodyPr/>
        <a:lstStyle/>
        <a:p>
          <a:endParaRPr lang="en-IN"/>
        </a:p>
      </dgm:t>
    </dgm:pt>
    <dgm:pt modelId="{1A32ACA3-C0A7-4E4E-8C09-E8E30BF43910}" type="sibTrans" cxnId="{9CF1DAB7-EB11-459F-A42B-C40D88CDE407}">
      <dgm:prSet/>
      <dgm:spPr/>
      <dgm:t>
        <a:bodyPr/>
        <a:lstStyle/>
        <a:p>
          <a:endParaRPr lang="en-IN"/>
        </a:p>
      </dgm:t>
    </dgm:pt>
    <dgm:pt modelId="{C9204BE2-777E-49BB-A26A-EEFA7D9C95D7}">
      <dgm:prSet phldrT="[Text]" phldr="0"/>
      <dgm:spPr/>
      <dgm:t>
        <a:bodyPr/>
        <a:lstStyle/>
        <a:p>
          <a:r>
            <a:rPr lang="en-IN" dirty="0">
              <a:latin typeface="Aparajita" panose="02020603050405020304" pitchFamily="18" charset="0"/>
              <a:cs typeface="Aparajita" panose="02020603050405020304" pitchFamily="18" charset="0"/>
            </a:rPr>
            <a:t> EDU- ADVISOR </a:t>
          </a:r>
        </a:p>
      </dgm:t>
    </dgm:pt>
    <dgm:pt modelId="{9ECA61C5-0C5D-4A54-94B2-69378844BC8A}" type="parTrans" cxnId="{0B5EAFB1-9850-452F-B989-B4E2A52D3CC2}">
      <dgm:prSet/>
      <dgm:spPr/>
      <dgm:t>
        <a:bodyPr/>
        <a:lstStyle/>
        <a:p>
          <a:endParaRPr lang="en-IN"/>
        </a:p>
      </dgm:t>
    </dgm:pt>
    <dgm:pt modelId="{54DEA0B6-61EA-46D8-930C-3D1AAD6DC47B}" type="sibTrans" cxnId="{0B5EAFB1-9850-452F-B989-B4E2A52D3CC2}">
      <dgm:prSet/>
      <dgm:spPr/>
      <dgm:t>
        <a:bodyPr/>
        <a:lstStyle/>
        <a:p>
          <a:endParaRPr lang="en-IN"/>
        </a:p>
      </dgm:t>
    </dgm:pt>
    <dgm:pt modelId="{D518880C-5DEA-4975-AD73-71B77F377EFA}" type="pres">
      <dgm:prSet presAssocID="{80E7EA24-4080-4C35-A9DA-7241E3E8E445}" presName="Name0" presStyleCnt="0">
        <dgm:presLayoutVars>
          <dgm:dir/>
          <dgm:resizeHandles val="exact"/>
        </dgm:presLayoutVars>
      </dgm:prSet>
      <dgm:spPr/>
    </dgm:pt>
    <dgm:pt modelId="{65EE791F-DE10-412F-AC7F-90F87BB6F28E}" type="pres">
      <dgm:prSet presAssocID="{80E7EA24-4080-4C35-A9DA-7241E3E8E445}" presName="fgShape" presStyleLbl="fgShp" presStyleIdx="0" presStyleCnt="1"/>
      <dgm:spPr/>
    </dgm:pt>
    <dgm:pt modelId="{376C2054-A9BC-4250-8A83-9D2AE3C4FE8E}" type="pres">
      <dgm:prSet presAssocID="{80E7EA24-4080-4C35-A9DA-7241E3E8E445}" presName="linComp" presStyleCnt="0"/>
      <dgm:spPr/>
    </dgm:pt>
    <dgm:pt modelId="{2C6F4DBC-7C83-4CD0-9A40-E7B186276A64}" type="pres">
      <dgm:prSet presAssocID="{1A55B37B-7253-4388-9364-7D85C984FB81}" presName="compNode" presStyleCnt="0"/>
      <dgm:spPr/>
    </dgm:pt>
    <dgm:pt modelId="{47A0FF7C-AFB4-407A-9779-FF10F5FB27B2}" type="pres">
      <dgm:prSet presAssocID="{1A55B37B-7253-4388-9364-7D85C984FB81}" presName="bkgdShape" presStyleLbl="node1" presStyleIdx="0" presStyleCnt="5"/>
      <dgm:spPr/>
    </dgm:pt>
    <dgm:pt modelId="{89CE43DA-A027-4462-B46B-8E8FAB07C0AA}" type="pres">
      <dgm:prSet presAssocID="{1A55B37B-7253-4388-9364-7D85C984FB81}" presName="nodeTx" presStyleLbl="node1" presStyleIdx="0" presStyleCnt="5">
        <dgm:presLayoutVars>
          <dgm:bulletEnabled val="1"/>
        </dgm:presLayoutVars>
      </dgm:prSet>
      <dgm:spPr/>
    </dgm:pt>
    <dgm:pt modelId="{5DCAA5BE-0650-4804-A7B6-2C065A6E8BC8}" type="pres">
      <dgm:prSet presAssocID="{1A55B37B-7253-4388-9364-7D85C984FB81}" presName="invisiNode" presStyleLbl="node1" presStyleIdx="0" presStyleCnt="5"/>
      <dgm:spPr/>
    </dgm:pt>
    <dgm:pt modelId="{D02E1A18-073D-43EE-B5F6-C53A7C3D4FB4}" type="pres">
      <dgm:prSet presAssocID="{1A55B37B-7253-4388-9364-7D85C984FB81}" presName="imagNode" presStyleLbl="fgImgPlace1" presStyleIdx="0" presStyleCnt="5"/>
      <dgm:spPr>
        <a:blipFill>
          <a:blip xmlns:r="http://schemas.openxmlformats.org/officeDocument/2006/relationships" r:embed="rId1"/>
          <a:srcRect/>
          <a:stretch>
            <a:fillRect l="-39000" r="-39000"/>
          </a:stretch>
        </a:blipFill>
        <a:scene3d>
          <a:camera prst="orthographicFront">
            <a:rot lat="0" lon="0" rev="0"/>
          </a:camera>
          <a:lightRig rig="balanced" dir="t">
            <a:rot lat="0" lon="0" rev="8700000"/>
          </a:lightRig>
        </a:scene3d>
        <a:sp3d>
          <a:bevelT w="190500" h="38100"/>
        </a:sp3d>
      </dgm:spPr>
    </dgm:pt>
    <dgm:pt modelId="{EE902DD0-9396-4729-B04A-8676459CCEFD}" type="pres">
      <dgm:prSet presAssocID="{2C75B1CF-14F6-49FD-97D7-7B5600F9EF09}" presName="sibTrans" presStyleLbl="sibTrans2D1" presStyleIdx="0" presStyleCnt="0"/>
      <dgm:spPr/>
    </dgm:pt>
    <dgm:pt modelId="{48E78F3A-0D8C-4298-B6B7-88726040CA1D}" type="pres">
      <dgm:prSet presAssocID="{C4DFE39F-8095-4E6E-927F-24C83C9E827E}" presName="compNode" presStyleCnt="0"/>
      <dgm:spPr/>
    </dgm:pt>
    <dgm:pt modelId="{C7E7D227-7C01-4F63-924F-2FC459410D0D}" type="pres">
      <dgm:prSet presAssocID="{C4DFE39F-8095-4E6E-927F-24C83C9E827E}" presName="bkgdShape" presStyleLbl="node1" presStyleIdx="1" presStyleCnt="5"/>
      <dgm:spPr/>
    </dgm:pt>
    <dgm:pt modelId="{36F6F85A-9E88-4F64-AEBB-3F86137A6E3B}" type="pres">
      <dgm:prSet presAssocID="{C4DFE39F-8095-4E6E-927F-24C83C9E827E}" presName="nodeTx" presStyleLbl="node1" presStyleIdx="1" presStyleCnt="5">
        <dgm:presLayoutVars>
          <dgm:bulletEnabled val="1"/>
        </dgm:presLayoutVars>
      </dgm:prSet>
      <dgm:spPr/>
    </dgm:pt>
    <dgm:pt modelId="{514AB502-D6BD-4CDA-8204-C84DB746638B}" type="pres">
      <dgm:prSet presAssocID="{C4DFE39F-8095-4E6E-927F-24C83C9E827E}" presName="invisiNode" presStyleLbl="node1" presStyleIdx="1" presStyleCnt="5"/>
      <dgm:spPr/>
    </dgm:pt>
    <dgm:pt modelId="{8DE9C764-7414-4655-A986-11E01B92ECBA}" type="pres">
      <dgm:prSet presAssocID="{C4DFE39F-8095-4E6E-927F-24C83C9E827E}" presName="imagNode" presStyleLbl="fgImgPlace1" presStyleIdx="1" presStyleCnt="5"/>
      <dgm:spPr>
        <a:blipFill>
          <a:blip xmlns:r="http://schemas.openxmlformats.org/officeDocument/2006/relationships" r:embed="rId2"/>
          <a:srcRect/>
          <a:stretch>
            <a:fillRect l="-39000" r="-39000"/>
          </a:stretch>
        </a:blipFill>
        <a:scene3d>
          <a:camera prst="orthographicFront">
            <a:rot lat="0" lon="0" rev="0"/>
          </a:camera>
          <a:lightRig rig="balanced" dir="t">
            <a:rot lat="0" lon="0" rev="8700000"/>
          </a:lightRig>
        </a:scene3d>
        <a:sp3d>
          <a:bevelT w="190500" h="38100"/>
        </a:sp3d>
      </dgm:spPr>
    </dgm:pt>
    <dgm:pt modelId="{E8B089F5-4A2D-476A-94DF-E3CE55AC6B52}" type="pres">
      <dgm:prSet presAssocID="{C671704C-2F69-48AA-90CC-EA962E4F1830}" presName="sibTrans" presStyleLbl="sibTrans2D1" presStyleIdx="0" presStyleCnt="0"/>
      <dgm:spPr/>
    </dgm:pt>
    <dgm:pt modelId="{F470C432-3A02-4F31-84B7-6C24E9CA11BA}" type="pres">
      <dgm:prSet presAssocID="{EADB7DD1-8DB6-46B5-A6E2-16930FEC81D3}" presName="compNode" presStyleCnt="0"/>
      <dgm:spPr/>
    </dgm:pt>
    <dgm:pt modelId="{60190D9C-633D-4909-81E2-15676E83A8EA}" type="pres">
      <dgm:prSet presAssocID="{EADB7DD1-8DB6-46B5-A6E2-16930FEC81D3}" presName="bkgdShape" presStyleLbl="node1" presStyleIdx="2" presStyleCnt="5"/>
      <dgm:spPr/>
    </dgm:pt>
    <dgm:pt modelId="{CDD857A5-6026-4FAF-BD5A-F0F5E2E2F054}" type="pres">
      <dgm:prSet presAssocID="{EADB7DD1-8DB6-46B5-A6E2-16930FEC81D3}" presName="nodeTx" presStyleLbl="node1" presStyleIdx="2" presStyleCnt="5">
        <dgm:presLayoutVars>
          <dgm:bulletEnabled val="1"/>
        </dgm:presLayoutVars>
      </dgm:prSet>
      <dgm:spPr/>
    </dgm:pt>
    <dgm:pt modelId="{F7330C2B-15FB-4AAD-ABBD-B5A79AC75344}" type="pres">
      <dgm:prSet presAssocID="{EADB7DD1-8DB6-46B5-A6E2-16930FEC81D3}" presName="invisiNode" presStyleLbl="node1" presStyleIdx="2" presStyleCnt="5"/>
      <dgm:spPr/>
    </dgm:pt>
    <dgm:pt modelId="{9959BFA3-CE3E-40B4-B0E9-70FB6C11073A}" type="pres">
      <dgm:prSet presAssocID="{EADB7DD1-8DB6-46B5-A6E2-16930FEC81D3}" presName="imagNode" presStyleLbl="fgImgPlace1" presStyleIdx="2" presStyleCnt="5"/>
      <dgm:spPr>
        <a:blipFill>
          <a:blip xmlns:r="http://schemas.openxmlformats.org/officeDocument/2006/relationships" r:embed="rId3"/>
          <a:srcRect/>
          <a:stretch>
            <a:fillRect l="-1000" r="-1000"/>
          </a:stretch>
        </a:blipFill>
        <a:scene3d>
          <a:camera prst="orthographicFront">
            <a:rot lat="0" lon="0" rev="0"/>
          </a:camera>
          <a:lightRig rig="balanced" dir="t">
            <a:rot lat="0" lon="0" rev="8700000"/>
          </a:lightRig>
        </a:scene3d>
        <a:sp3d>
          <a:bevelT w="190500" h="38100"/>
        </a:sp3d>
      </dgm:spPr>
    </dgm:pt>
    <dgm:pt modelId="{14F7E46B-8D03-4B76-B961-8BB4BC005803}" type="pres">
      <dgm:prSet presAssocID="{67724B06-A0E1-4C49-939A-686C44E35375}" presName="sibTrans" presStyleLbl="sibTrans2D1" presStyleIdx="0" presStyleCnt="0"/>
      <dgm:spPr/>
    </dgm:pt>
    <dgm:pt modelId="{A156A472-B1E6-4A92-9B79-DEF26E9F3AA0}" type="pres">
      <dgm:prSet presAssocID="{A01FF61C-EC2B-4D6F-AD81-D02FCDFEC1E9}" presName="compNode" presStyleCnt="0"/>
      <dgm:spPr/>
    </dgm:pt>
    <dgm:pt modelId="{054E5A16-F947-430F-8DF0-8D9075FC8FE0}" type="pres">
      <dgm:prSet presAssocID="{A01FF61C-EC2B-4D6F-AD81-D02FCDFEC1E9}" presName="bkgdShape" presStyleLbl="node1" presStyleIdx="3" presStyleCnt="5"/>
      <dgm:spPr/>
    </dgm:pt>
    <dgm:pt modelId="{2D305932-3B51-42B0-B668-389D46E34329}" type="pres">
      <dgm:prSet presAssocID="{A01FF61C-EC2B-4D6F-AD81-D02FCDFEC1E9}" presName="nodeTx" presStyleLbl="node1" presStyleIdx="3" presStyleCnt="5">
        <dgm:presLayoutVars>
          <dgm:bulletEnabled val="1"/>
        </dgm:presLayoutVars>
      </dgm:prSet>
      <dgm:spPr/>
    </dgm:pt>
    <dgm:pt modelId="{6C1EAE7E-D95C-4999-BB1B-0A63EC77262F}" type="pres">
      <dgm:prSet presAssocID="{A01FF61C-EC2B-4D6F-AD81-D02FCDFEC1E9}" presName="invisiNode" presStyleLbl="node1" presStyleIdx="3" presStyleCnt="5"/>
      <dgm:spPr/>
    </dgm:pt>
    <dgm:pt modelId="{1223C284-ABCE-4F5C-B2E0-2863AB381E21}" type="pres">
      <dgm:prSet presAssocID="{A01FF61C-EC2B-4D6F-AD81-D02FCDFEC1E9}" presName="imagNode" presStyleLbl="fgImgPlace1" presStyleIdx="3" presStyleCnt="5"/>
      <dgm:spPr>
        <a:blipFill>
          <a:blip xmlns:r="http://schemas.openxmlformats.org/officeDocument/2006/relationships" r:embed="rId4"/>
          <a:srcRect/>
          <a:stretch>
            <a:fillRect l="-39000" r="-39000"/>
          </a:stretch>
        </a:blipFill>
        <a:scene3d>
          <a:camera prst="orthographicFront">
            <a:rot lat="0" lon="0" rev="0"/>
          </a:camera>
          <a:lightRig rig="balanced" dir="t">
            <a:rot lat="0" lon="0" rev="8700000"/>
          </a:lightRig>
        </a:scene3d>
        <a:sp3d>
          <a:bevelT w="190500" h="38100"/>
        </a:sp3d>
      </dgm:spPr>
    </dgm:pt>
    <dgm:pt modelId="{9A88F365-3FD9-4B02-B949-1359DA2719B1}" type="pres">
      <dgm:prSet presAssocID="{BE0A2A68-9CD8-4AB6-BF09-5CFB6B213D26}" presName="sibTrans" presStyleLbl="sibTrans2D1" presStyleIdx="0" presStyleCnt="0"/>
      <dgm:spPr/>
    </dgm:pt>
    <dgm:pt modelId="{F1AEEC48-7883-4F90-ADAB-596F180BC7A0}" type="pres">
      <dgm:prSet presAssocID="{AC5CCA7C-6995-40C7-A0FE-D8538DE8B3BE}" presName="compNode" presStyleCnt="0"/>
      <dgm:spPr/>
    </dgm:pt>
    <dgm:pt modelId="{A6CDC40C-8267-4E18-A43B-082558B19C46}" type="pres">
      <dgm:prSet presAssocID="{AC5CCA7C-6995-40C7-A0FE-D8538DE8B3BE}" presName="bkgdShape" presStyleLbl="node1" presStyleIdx="4" presStyleCnt="5"/>
      <dgm:spPr/>
    </dgm:pt>
    <dgm:pt modelId="{9237EE8B-B016-463A-9D14-1EEE4347DB02}" type="pres">
      <dgm:prSet presAssocID="{AC5CCA7C-6995-40C7-A0FE-D8538DE8B3BE}" presName="nodeTx" presStyleLbl="node1" presStyleIdx="4" presStyleCnt="5">
        <dgm:presLayoutVars>
          <dgm:bulletEnabled val="1"/>
        </dgm:presLayoutVars>
      </dgm:prSet>
      <dgm:spPr/>
    </dgm:pt>
    <dgm:pt modelId="{C2E557F1-0455-4992-975A-054AA60792A0}" type="pres">
      <dgm:prSet presAssocID="{AC5CCA7C-6995-40C7-A0FE-D8538DE8B3BE}" presName="invisiNode" presStyleLbl="node1" presStyleIdx="4" presStyleCnt="5"/>
      <dgm:spPr/>
    </dgm:pt>
    <dgm:pt modelId="{1B7CDC49-A4A7-43A2-8D93-180FF1467801}" type="pres">
      <dgm:prSet presAssocID="{AC5CCA7C-6995-40C7-A0FE-D8538DE8B3BE}" presName="imagNode" presStyleLbl="fgImgPlace1" presStyleIdx="4" presStyleCnt="5"/>
      <dgm:spPr>
        <a:blipFill>
          <a:blip xmlns:r="http://schemas.openxmlformats.org/officeDocument/2006/relationships" r:embed="rId5"/>
          <a:srcRect/>
          <a:stretch>
            <a:fillRect t="-21000" b="-21000"/>
          </a:stretch>
        </a:blipFill>
        <a:scene3d>
          <a:camera prst="orthographicFront">
            <a:rot lat="0" lon="0" rev="0"/>
          </a:camera>
          <a:lightRig rig="balanced" dir="t">
            <a:rot lat="0" lon="0" rev="8700000"/>
          </a:lightRig>
        </a:scene3d>
        <a:sp3d>
          <a:bevelT w="190500" h="38100"/>
        </a:sp3d>
      </dgm:spPr>
    </dgm:pt>
  </dgm:ptLst>
  <dgm:cxnLst>
    <dgm:cxn modelId="{77F89C01-97E8-408B-AD4D-F84C8C1F67C4}" type="presOf" srcId="{A492F1AD-A0CA-4E36-9E56-F23F1293D14A}" destId="{89CE43DA-A027-4462-B46B-8E8FAB07C0AA}" srcOrd="1" destOrd="1" presId="urn:microsoft.com/office/officeart/2005/8/layout/hList7"/>
    <dgm:cxn modelId="{2F42210D-D656-4936-803D-A02508411AB7}" type="presOf" srcId="{AC5CCA7C-6995-40C7-A0FE-D8538DE8B3BE}" destId="{9237EE8B-B016-463A-9D14-1EEE4347DB02}" srcOrd="1" destOrd="0" presId="urn:microsoft.com/office/officeart/2005/8/layout/hList7"/>
    <dgm:cxn modelId="{E5A0740E-6341-4D68-A3F1-C1A5E6B61A02}" type="presOf" srcId="{A01FF61C-EC2B-4D6F-AD81-D02FCDFEC1E9}" destId="{054E5A16-F947-430F-8DF0-8D9075FC8FE0}" srcOrd="0" destOrd="0" presId="urn:microsoft.com/office/officeart/2005/8/layout/hList7"/>
    <dgm:cxn modelId="{0511760F-2366-455D-9CC7-0D54A2CE77BB}" type="presOf" srcId="{C9204BE2-777E-49BB-A26A-EEFA7D9C95D7}" destId="{9237EE8B-B016-463A-9D14-1EEE4347DB02}" srcOrd="1" destOrd="3" presId="urn:microsoft.com/office/officeart/2005/8/layout/hList7"/>
    <dgm:cxn modelId="{593CA60F-DF4E-499C-AB8F-5C654EA11775}" srcId="{C4DFE39F-8095-4E6E-927F-24C83C9E827E}" destId="{C7CC8721-4DDC-42B7-8F76-E12D5FC0F4F9}" srcOrd="1" destOrd="0" parTransId="{2112B698-19BF-436B-A1E5-DFFB8FD2F0DA}" sibTransId="{28D6E6B1-AAC3-4C8D-B8B3-481C7DD61295}"/>
    <dgm:cxn modelId="{60B35A15-73A5-435C-B890-17A61BEAA34B}" srcId="{EADB7DD1-8DB6-46B5-A6E2-16930FEC81D3}" destId="{360E3B61-8CA8-470A-8D73-C13DDBD23F43}" srcOrd="2" destOrd="0" parTransId="{99B585E9-9CB2-4D06-A5F3-5AD3E753A992}" sibTransId="{E3F66DC0-2C0C-45F5-AB0B-DD938EA5631A}"/>
    <dgm:cxn modelId="{BFED961A-7E90-4F9E-A486-8811EC9F5753}" type="presOf" srcId="{C7CC8721-4DDC-42B7-8F76-E12D5FC0F4F9}" destId="{36F6F85A-9E88-4F64-AEBB-3F86137A6E3B}" srcOrd="1" destOrd="2" presId="urn:microsoft.com/office/officeart/2005/8/layout/hList7"/>
    <dgm:cxn modelId="{9687041B-9028-4945-BCC2-226145826D12}" srcId="{C4DFE39F-8095-4E6E-927F-24C83C9E827E}" destId="{139A0B38-B997-4129-BABE-A776196B139B}" srcOrd="0" destOrd="0" parTransId="{F7FBCDBC-EE58-432A-81B1-B0BB70E2FDE3}" sibTransId="{0F19F3AB-34F4-4D04-B5DD-D757F057D438}"/>
    <dgm:cxn modelId="{B9C38F1B-E148-4531-986F-C7E0143F5C73}" type="presOf" srcId="{2C75B1CF-14F6-49FD-97D7-7B5600F9EF09}" destId="{EE902DD0-9396-4729-B04A-8676459CCEFD}" srcOrd="0" destOrd="0" presId="urn:microsoft.com/office/officeart/2005/8/layout/hList7"/>
    <dgm:cxn modelId="{1F222F1C-E981-4F3E-9B11-EC3B1D050070}" srcId="{1A55B37B-7253-4388-9364-7D85C984FB81}" destId="{A492F1AD-A0CA-4E36-9E56-F23F1293D14A}" srcOrd="0" destOrd="0" parTransId="{A46E9C4C-F150-4391-8819-60DACE32A8CA}" sibTransId="{CB41E207-9100-4AF9-93B4-3032592F0188}"/>
    <dgm:cxn modelId="{81570B21-F4DB-4E6A-B0AD-9564F83A383A}" srcId="{80E7EA24-4080-4C35-A9DA-7241E3E8E445}" destId="{A01FF61C-EC2B-4D6F-AD81-D02FCDFEC1E9}" srcOrd="3" destOrd="0" parTransId="{9E29BF70-C3C1-45E8-B9A7-66A1537FD439}" sibTransId="{BE0A2A68-9CD8-4AB6-BF09-5CFB6B213D26}"/>
    <dgm:cxn modelId="{7A89D925-7067-4B1A-8CA4-EC88FF3911BD}" type="presOf" srcId="{EADB7DD1-8DB6-46B5-A6E2-16930FEC81D3}" destId="{60190D9C-633D-4909-81E2-15676E83A8EA}" srcOrd="0" destOrd="0" presId="urn:microsoft.com/office/officeart/2005/8/layout/hList7"/>
    <dgm:cxn modelId="{781E8829-1C1F-4DFE-B435-CD01E1A6D911}" type="presOf" srcId="{AC5CCA7C-6995-40C7-A0FE-D8538DE8B3BE}" destId="{A6CDC40C-8267-4E18-A43B-082558B19C46}" srcOrd="0" destOrd="0" presId="urn:microsoft.com/office/officeart/2005/8/layout/hList7"/>
    <dgm:cxn modelId="{A6611834-0CA7-4AF1-AB62-D5D5C9188C63}" type="presOf" srcId="{C7CC8721-4DDC-42B7-8F76-E12D5FC0F4F9}" destId="{C7E7D227-7C01-4F63-924F-2FC459410D0D}" srcOrd="0" destOrd="2" presId="urn:microsoft.com/office/officeart/2005/8/layout/hList7"/>
    <dgm:cxn modelId="{BE46423C-71AC-4E0E-9F19-FF0B3EA8685B}" type="presOf" srcId="{A492F1AD-A0CA-4E36-9E56-F23F1293D14A}" destId="{47A0FF7C-AFB4-407A-9779-FF10F5FB27B2}" srcOrd="0" destOrd="1" presId="urn:microsoft.com/office/officeart/2005/8/layout/hList7"/>
    <dgm:cxn modelId="{62845E5F-CFD9-4DD2-B985-95DEBCDE9D3A}" type="presOf" srcId="{DF146713-8770-4B7F-88B5-18EA92C9A9C1}" destId="{C7E7D227-7C01-4F63-924F-2FC459410D0D}" srcOrd="0" destOrd="3" presId="urn:microsoft.com/office/officeart/2005/8/layout/hList7"/>
    <dgm:cxn modelId="{9798925F-6157-44E9-821C-B207B8F0AEAD}" type="presOf" srcId="{09A719A5-4C3B-47CF-AC00-A68F6D014242}" destId="{CDD857A5-6026-4FAF-BD5A-F0F5E2E2F054}" srcOrd="1" destOrd="1" presId="urn:microsoft.com/office/officeart/2005/8/layout/hList7"/>
    <dgm:cxn modelId="{E118BA45-066E-476C-BAAD-33B76C48E69A}" type="presOf" srcId="{80E7EA24-4080-4C35-A9DA-7241E3E8E445}" destId="{D518880C-5DEA-4975-AD73-71B77F377EFA}" srcOrd="0" destOrd="0" presId="urn:microsoft.com/office/officeart/2005/8/layout/hList7"/>
    <dgm:cxn modelId="{7C95EA66-8ED1-426D-8E87-07520C318BE0}" type="presOf" srcId="{A01FF61C-EC2B-4D6F-AD81-D02FCDFEC1E9}" destId="{2D305932-3B51-42B0-B668-389D46E34329}" srcOrd="1" destOrd="0" presId="urn:microsoft.com/office/officeart/2005/8/layout/hList7"/>
    <dgm:cxn modelId="{BF0A9648-46F1-4E65-91D8-902EDDF9DBB4}" type="presOf" srcId="{EF106413-1649-44C6-935A-6E7A0703DA1A}" destId="{60190D9C-633D-4909-81E2-15676E83A8EA}" srcOrd="0" destOrd="2" presId="urn:microsoft.com/office/officeart/2005/8/layout/hList7"/>
    <dgm:cxn modelId="{563B336B-6603-4616-A354-55E258ECB881}" type="presOf" srcId="{139A0B38-B997-4129-BABE-A776196B139B}" destId="{36F6F85A-9E88-4F64-AEBB-3F86137A6E3B}" srcOrd="1" destOrd="1" presId="urn:microsoft.com/office/officeart/2005/8/layout/hList7"/>
    <dgm:cxn modelId="{27122C4D-ED51-4609-A837-542589A8118D}" type="presOf" srcId="{360E3B61-8CA8-470A-8D73-C13DDBD23F43}" destId="{CDD857A5-6026-4FAF-BD5A-F0F5E2E2F054}" srcOrd="1" destOrd="3" presId="urn:microsoft.com/office/officeart/2005/8/layout/hList7"/>
    <dgm:cxn modelId="{546D737F-CB2B-46E9-917E-1B4FA61EB9B6}" srcId="{EADB7DD1-8DB6-46B5-A6E2-16930FEC81D3}" destId="{09A719A5-4C3B-47CF-AC00-A68F6D014242}" srcOrd="0" destOrd="0" parTransId="{32BADCD5-3C55-449B-8570-9854035CF774}" sibTransId="{1063051E-C713-45DB-8E23-26E06317F95E}"/>
    <dgm:cxn modelId="{3BF8E881-56EE-48E7-82EE-925E8F04D8B2}" srcId="{80E7EA24-4080-4C35-A9DA-7241E3E8E445}" destId="{1A55B37B-7253-4388-9364-7D85C984FB81}" srcOrd="0" destOrd="0" parTransId="{E66FD28A-B4DC-4C6A-B442-5152ECFE2A63}" sibTransId="{2C75B1CF-14F6-49FD-97D7-7B5600F9EF09}"/>
    <dgm:cxn modelId="{00E5FA87-409C-4EDB-B989-1156CBB1F319}" srcId="{AC5CCA7C-6995-40C7-A0FE-D8538DE8B3BE}" destId="{C972BFF8-97F7-4B45-AB03-75F1A0234987}" srcOrd="0" destOrd="0" parTransId="{91BC3532-564A-4858-A827-7AF6EF6BE577}" sibTransId="{CBFBD25F-C94F-464D-AF87-1F41ABC4E7BD}"/>
    <dgm:cxn modelId="{BC2F498F-C5ED-4724-A53C-EDC7C9ECBD22}" type="presOf" srcId="{1A55B37B-7253-4388-9364-7D85C984FB81}" destId="{89CE43DA-A027-4462-B46B-8E8FAB07C0AA}" srcOrd="1" destOrd="0" presId="urn:microsoft.com/office/officeart/2005/8/layout/hList7"/>
    <dgm:cxn modelId="{51BABB99-7335-44DC-97E3-147DDB1C9C76}" type="presOf" srcId="{9DC41129-9E3F-446A-B03A-376D357826BE}" destId="{47A0FF7C-AFB4-407A-9779-FF10F5FB27B2}" srcOrd="0" destOrd="2" presId="urn:microsoft.com/office/officeart/2005/8/layout/hList7"/>
    <dgm:cxn modelId="{1DE265A1-7F00-4219-901C-1FC567C74B3A}" type="presOf" srcId="{BE0A2A68-9CD8-4AB6-BF09-5CFB6B213D26}" destId="{9A88F365-3FD9-4B02-B949-1359DA2719B1}" srcOrd="0" destOrd="0" presId="urn:microsoft.com/office/officeart/2005/8/layout/hList7"/>
    <dgm:cxn modelId="{F9722BA4-8C11-48E7-9078-65088C11B665}" srcId="{80E7EA24-4080-4C35-A9DA-7241E3E8E445}" destId="{C4DFE39F-8095-4E6E-927F-24C83C9E827E}" srcOrd="1" destOrd="0" parTransId="{7F9036D0-96F7-4407-8E8F-6BF267DD6A3D}" sibTransId="{C671704C-2F69-48AA-90CC-EA962E4F1830}"/>
    <dgm:cxn modelId="{1A982DA8-3253-436B-B022-A15A7BD74781}" type="presOf" srcId="{9DC41129-9E3F-446A-B03A-376D357826BE}" destId="{89CE43DA-A027-4462-B46B-8E8FAB07C0AA}" srcOrd="1" destOrd="2" presId="urn:microsoft.com/office/officeart/2005/8/layout/hList7"/>
    <dgm:cxn modelId="{0B5EAFB1-9850-452F-B989-B4E2A52D3CC2}" srcId="{AC5CCA7C-6995-40C7-A0FE-D8538DE8B3BE}" destId="{C9204BE2-777E-49BB-A26A-EEFA7D9C95D7}" srcOrd="2" destOrd="0" parTransId="{9ECA61C5-0C5D-4A54-94B2-69378844BC8A}" sibTransId="{54DEA0B6-61EA-46D8-930C-3D1AAD6DC47B}"/>
    <dgm:cxn modelId="{E2AF92B3-0FE5-41DC-A5B2-9BAFDD592700}" type="presOf" srcId="{C972BFF8-97F7-4B45-AB03-75F1A0234987}" destId="{A6CDC40C-8267-4E18-A43B-082558B19C46}" srcOrd="0" destOrd="1" presId="urn:microsoft.com/office/officeart/2005/8/layout/hList7"/>
    <dgm:cxn modelId="{18E7CDB7-7D5C-47C9-B272-CEE1100842AE}" srcId="{1A55B37B-7253-4388-9364-7D85C984FB81}" destId="{9DC41129-9E3F-446A-B03A-376D357826BE}" srcOrd="1" destOrd="0" parTransId="{641D7C95-BBE2-4E89-8301-FE7578AD20ED}" sibTransId="{2C56025E-BDAE-4572-9C49-652FD51E4FF0}"/>
    <dgm:cxn modelId="{9CF1DAB7-EB11-459F-A42B-C40D88CDE407}" srcId="{EADB7DD1-8DB6-46B5-A6E2-16930FEC81D3}" destId="{EF106413-1649-44C6-935A-6E7A0703DA1A}" srcOrd="1" destOrd="0" parTransId="{80EF4A52-A8BC-46DB-914A-C1F7C06D49FC}" sibTransId="{1A32ACA3-C0A7-4E4E-8C09-E8E30BF43910}"/>
    <dgm:cxn modelId="{7A4217BC-31D1-4F0A-A576-0EB911BDE12B}" srcId="{AC5CCA7C-6995-40C7-A0FE-D8538DE8B3BE}" destId="{741F5941-DBBC-4B51-B4A4-206E7F144ACF}" srcOrd="1" destOrd="0" parTransId="{65E8C197-A63A-48DB-8F06-C3E840DD9BFD}" sibTransId="{55C71E4C-4F3A-490B-9F87-31445CF8E4B2}"/>
    <dgm:cxn modelId="{38EC1EBC-CCF8-402D-9190-5592EAD87CD7}" type="presOf" srcId="{EF106413-1649-44C6-935A-6E7A0703DA1A}" destId="{CDD857A5-6026-4FAF-BD5A-F0F5E2E2F054}" srcOrd="1" destOrd="2" presId="urn:microsoft.com/office/officeart/2005/8/layout/hList7"/>
    <dgm:cxn modelId="{20A426BC-8E5C-4DA5-B7BE-3BEF2B864F20}" srcId="{80E7EA24-4080-4C35-A9DA-7241E3E8E445}" destId="{AC5CCA7C-6995-40C7-A0FE-D8538DE8B3BE}" srcOrd="4" destOrd="0" parTransId="{A9F3DEBC-FED9-4475-B22A-B1CABA82D43D}" sibTransId="{5BF74AD2-B50D-4671-A6E6-54EAC48AB422}"/>
    <dgm:cxn modelId="{0044EFC4-CF8D-464A-B4E0-C8B4D9DAF1DA}" type="presOf" srcId="{741F5941-DBBC-4B51-B4A4-206E7F144ACF}" destId="{9237EE8B-B016-463A-9D14-1EEE4347DB02}" srcOrd="1" destOrd="2" presId="urn:microsoft.com/office/officeart/2005/8/layout/hList7"/>
    <dgm:cxn modelId="{1CA212C5-0C54-494E-A551-145391C37AFD}" srcId="{80E7EA24-4080-4C35-A9DA-7241E3E8E445}" destId="{EADB7DD1-8DB6-46B5-A6E2-16930FEC81D3}" srcOrd="2" destOrd="0" parTransId="{0C06276F-9991-4C7D-8009-B0A7E0CDFA8D}" sibTransId="{67724B06-A0E1-4C49-939A-686C44E35375}"/>
    <dgm:cxn modelId="{FE2356CA-DC9D-4A0C-9E58-AB128E27CCDA}" type="presOf" srcId="{C9204BE2-777E-49BB-A26A-EEFA7D9C95D7}" destId="{A6CDC40C-8267-4E18-A43B-082558B19C46}" srcOrd="0" destOrd="3" presId="urn:microsoft.com/office/officeart/2005/8/layout/hList7"/>
    <dgm:cxn modelId="{63875ECD-60BE-4774-AD3B-4E7367EE885C}" type="presOf" srcId="{741F5941-DBBC-4B51-B4A4-206E7F144ACF}" destId="{A6CDC40C-8267-4E18-A43B-082558B19C46}" srcOrd="0" destOrd="2" presId="urn:microsoft.com/office/officeart/2005/8/layout/hList7"/>
    <dgm:cxn modelId="{3E5133D2-DC9F-4984-B25F-3C8E6BEEDFE5}" srcId="{C4DFE39F-8095-4E6E-927F-24C83C9E827E}" destId="{DF146713-8770-4B7F-88B5-18EA92C9A9C1}" srcOrd="2" destOrd="0" parTransId="{47A466E7-E58D-4C0E-AD78-05BCD7754061}" sibTransId="{E15FE7B1-ADD5-4D59-8BFC-828A2B490076}"/>
    <dgm:cxn modelId="{BA0262D3-DCCB-443B-9401-5F14A1D079FB}" type="presOf" srcId="{139A0B38-B997-4129-BABE-A776196B139B}" destId="{C7E7D227-7C01-4F63-924F-2FC459410D0D}" srcOrd="0" destOrd="1" presId="urn:microsoft.com/office/officeart/2005/8/layout/hList7"/>
    <dgm:cxn modelId="{ABE98BD4-4B19-43AD-AD81-366B66464AF2}" type="presOf" srcId="{67724B06-A0E1-4C49-939A-686C44E35375}" destId="{14F7E46B-8D03-4B76-B961-8BB4BC005803}" srcOrd="0" destOrd="0" presId="urn:microsoft.com/office/officeart/2005/8/layout/hList7"/>
    <dgm:cxn modelId="{AC36B3DC-8857-4BE0-8547-81A28BB097E3}" type="presOf" srcId="{C4DFE39F-8095-4E6E-927F-24C83C9E827E}" destId="{C7E7D227-7C01-4F63-924F-2FC459410D0D}" srcOrd="0" destOrd="0" presId="urn:microsoft.com/office/officeart/2005/8/layout/hList7"/>
    <dgm:cxn modelId="{648EC9DD-A925-4956-AFBD-2D8E66F437E8}" type="presOf" srcId="{C972BFF8-97F7-4B45-AB03-75F1A0234987}" destId="{9237EE8B-B016-463A-9D14-1EEE4347DB02}" srcOrd="1" destOrd="1" presId="urn:microsoft.com/office/officeart/2005/8/layout/hList7"/>
    <dgm:cxn modelId="{981AFEDF-E6AC-46F3-BC2E-E6BA5E38BAD8}" type="presOf" srcId="{C4DFE39F-8095-4E6E-927F-24C83C9E827E}" destId="{36F6F85A-9E88-4F64-AEBB-3F86137A6E3B}" srcOrd="1" destOrd="0" presId="urn:microsoft.com/office/officeart/2005/8/layout/hList7"/>
    <dgm:cxn modelId="{CF0292E0-0850-4431-AF59-E4159F7DAE95}" type="presOf" srcId="{09A719A5-4C3B-47CF-AC00-A68F6D014242}" destId="{60190D9C-633D-4909-81E2-15676E83A8EA}" srcOrd="0" destOrd="1" presId="urn:microsoft.com/office/officeart/2005/8/layout/hList7"/>
    <dgm:cxn modelId="{3B973EEC-D888-41C9-BCAE-469D35503948}" type="presOf" srcId="{EADB7DD1-8DB6-46B5-A6E2-16930FEC81D3}" destId="{CDD857A5-6026-4FAF-BD5A-F0F5E2E2F054}" srcOrd="1" destOrd="0" presId="urn:microsoft.com/office/officeart/2005/8/layout/hList7"/>
    <dgm:cxn modelId="{E1DCDEF0-90F5-455F-BBEF-73DACC4CA11F}" type="presOf" srcId="{C671704C-2F69-48AA-90CC-EA962E4F1830}" destId="{E8B089F5-4A2D-476A-94DF-E3CE55AC6B52}" srcOrd="0" destOrd="0" presId="urn:microsoft.com/office/officeart/2005/8/layout/hList7"/>
    <dgm:cxn modelId="{3724BBF5-C453-4A7A-8B99-8A8152879B10}" type="presOf" srcId="{360E3B61-8CA8-470A-8D73-C13DDBD23F43}" destId="{60190D9C-633D-4909-81E2-15676E83A8EA}" srcOrd="0" destOrd="3" presId="urn:microsoft.com/office/officeart/2005/8/layout/hList7"/>
    <dgm:cxn modelId="{76B30CF7-F2AF-444E-9FE6-D9196BE4CF17}" type="presOf" srcId="{1A55B37B-7253-4388-9364-7D85C984FB81}" destId="{47A0FF7C-AFB4-407A-9779-FF10F5FB27B2}" srcOrd="0" destOrd="0" presId="urn:microsoft.com/office/officeart/2005/8/layout/hList7"/>
    <dgm:cxn modelId="{C14B63FB-457F-46C8-B15F-524E5139B8DA}" type="presOf" srcId="{DF146713-8770-4B7F-88B5-18EA92C9A9C1}" destId="{36F6F85A-9E88-4F64-AEBB-3F86137A6E3B}" srcOrd="1" destOrd="3" presId="urn:microsoft.com/office/officeart/2005/8/layout/hList7"/>
    <dgm:cxn modelId="{BB4A51FB-DC37-4256-94D6-A1AACD06CA70}" type="presParOf" srcId="{D518880C-5DEA-4975-AD73-71B77F377EFA}" destId="{65EE791F-DE10-412F-AC7F-90F87BB6F28E}" srcOrd="0" destOrd="0" presId="urn:microsoft.com/office/officeart/2005/8/layout/hList7"/>
    <dgm:cxn modelId="{A0A3D09A-4717-4BEC-AE7B-1A30BF7206E6}" type="presParOf" srcId="{D518880C-5DEA-4975-AD73-71B77F377EFA}" destId="{376C2054-A9BC-4250-8A83-9D2AE3C4FE8E}" srcOrd="1" destOrd="0" presId="urn:microsoft.com/office/officeart/2005/8/layout/hList7"/>
    <dgm:cxn modelId="{68BCCC38-0D98-4C9D-948C-228F80D9CEE6}" type="presParOf" srcId="{376C2054-A9BC-4250-8A83-9D2AE3C4FE8E}" destId="{2C6F4DBC-7C83-4CD0-9A40-E7B186276A64}" srcOrd="0" destOrd="0" presId="urn:microsoft.com/office/officeart/2005/8/layout/hList7"/>
    <dgm:cxn modelId="{62356AB7-479D-4402-90AD-09FE4154FE1D}" type="presParOf" srcId="{2C6F4DBC-7C83-4CD0-9A40-E7B186276A64}" destId="{47A0FF7C-AFB4-407A-9779-FF10F5FB27B2}" srcOrd="0" destOrd="0" presId="urn:microsoft.com/office/officeart/2005/8/layout/hList7"/>
    <dgm:cxn modelId="{015F9B8F-1309-4BDA-8D25-632536AF9483}" type="presParOf" srcId="{2C6F4DBC-7C83-4CD0-9A40-E7B186276A64}" destId="{89CE43DA-A027-4462-B46B-8E8FAB07C0AA}" srcOrd="1" destOrd="0" presId="urn:microsoft.com/office/officeart/2005/8/layout/hList7"/>
    <dgm:cxn modelId="{70226240-A6E5-4555-991D-F5A36D32AAF7}" type="presParOf" srcId="{2C6F4DBC-7C83-4CD0-9A40-E7B186276A64}" destId="{5DCAA5BE-0650-4804-A7B6-2C065A6E8BC8}" srcOrd="2" destOrd="0" presId="urn:microsoft.com/office/officeart/2005/8/layout/hList7"/>
    <dgm:cxn modelId="{3DFB640D-20EF-480C-A40D-17699277F70A}" type="presParOf" srcId="{2C6F4DBC-7C83-4CD0-9A40-E7B186276A64}" destId="{D02E1A18-073D-43EE-B5F6-C53A7C3D4FB4}" srcOrd="3" destOrd="0" presId="urn:microsoft.com/office/officeart/2005/8/layout/hList7"/>
    <dgm:cxn modelId="{1E2596B2-158D-4FBE-8888-B5126DEDFF8F}" type="presParOf" srcId="{376C2054-A9BC-4250-8A83-9D2AE3C4FE8E}" destId="{EE902DD0-9396-4729-B04A-8676459CCEFD}" srcOrd="1" destOrd="0" presId="urn:microsoft.com/office/officeart/2005/8/layout/hList7"/>
    <dgm:cxn modelId="{AAA73F94-DE6B-4458-9614-100AE372F4B5}" type="presParOf" srcId="{376C2054-A9BC-4250-8A83-9D2AE3C4FE8E}" destId="{48E78F3A-0D8C-4298-B6B7-88726040CA1D}" srcOrd="2" destOrd="0" presId="urn:microsoft.com/office/officeart/2005/8/layout/hList7"/>
    <dgm:cxn modelId="{3165B7BD-C6A2-468F-B525-16A6D849C69D}" type="presParOf" srcId="{48E78F3A-0D8C-4298-B6B7-88726040CA1D}" destId="{C7E7D227-7C01-4F63-924F-2FC459410D0D}" srcOrd="0" destOrd="0" presId="urn:microsoft.com/office/officeart/2005/8/layout/hList7"/>
    <dgm:cxn modelId="{B4557443-5FCD-4A30-99B3-B89097D19798}" type="presParOf" srcId="{48E78F3A-0D8C-4298-B6B7-88726040CA1D}" destId="{36F6F85A-9E88-4F64-AEBB-3F86137A6E3B}" srcOrd="1" destOrd="0" presId="urn:microsoft.com/office/officeart/2005/8/layout/hList7"/>
    <dgm:cxn modelId="{F7476D75-5F51-4E2D-ADBE-81A485917D62}" type="presParOf" srcId="{48E78F3A-0D8C-4298-B6B7-88726040CA1D}" destId="{514AB502-D6BD-4CDA-8204-C84DB746638B}" srcOrd="2" destOrd="0" presId="urn:microsoft.com/office/officeart/2005/8/layout/hList7"/>
    <dgm:cxn modelId="{3E6F8CFE-1E3D-432B-B2DB-3987875D29FA}" type="presParOf" srcId="{48E78F3A-0D8C-4298-B6B7-88726040CA1D}" destId="{8DE9C764-7414-4655-A986-11E01B92ECBA}" srcOrd="3" destOrd="0" presId="urn:microsoft.com/office/officeart/2005/8/layout/hList7"/>
    <dgm:cxn modelId="{BC427BFD-005A-4F44-B6BC-133276A1D3A1}" type="presParOf" srcId="{376C2054-A9BC-4250-8A83-9D2AE3C4FE8E}" destId="{E8B089F5-4A2D-476A-94DF-E3CE55AC6B52}" srcOrd="3" destOrd="0" presId="urn:microsoft.com/office/officeart/2005/8/layout/hList7"/>
    <dgm:cxn modelId="{A89C5E19-517B-4142-8CDD-4B5DDA18167A}" type="presParOf" srcId="{376C2054-A9BC-4250-8A83-9D2AE3C4FE8E}" destId="{F470C432-3A02-4F31-84B7-6C24E9CA11BA}" srcOrd="4" destOrd="0" presId="urn:microsoft.com/office/officeart/2005/8/layout/hList7"/>
    <dgm:cxn modelId="{01531B55-2EC4-4366-8156-1A8B65435A9C}" type="presParOf" srcId="{F470C432-3A02-4F31-84B7-6C24E9CA11BA}" destId="{60190D9C-633D-4909-81E2-15676E83A8EA}" srcOrd="0" destOrd="0" presId="urn:microsoft.com/office/officeart/2005/8/layout/hList7"/>
    <dgm:cxn modelId="{6CBA6B50-71FA-4A1B-8400-2AABB38C568F}" type="presParOf" srcId="{F470C432-3A02-4F31-84B7-6C24E9CA11BA}" destId="{CDD857A5-6026-4FAF-BD5A-F0F5E2E2F054}" srcOrd="1" destOrd="0" presId="urn:microsoft.com/office/officeart/2005/8/layout/hList7"/>
    <dgm:cxn modelId="{FE7FC594-0AB7-4AA7-835B-F52F25DA73FF}" type="presParOf" srcId="{F470C432-3A02-4F31-84B7-6C24E9CA11BA}" destId="{F7330C2B-15FB-4AAD-ABBD-B5A79AC75344}" srcOrd="2" destOrd="0" presId="urn:microsoft.com/office/officeart/2005/8/layout/hList7"/>
    <dgm:cxn modelId="{13BEAB6A-CC43-44B4-8208-9405214AB3A6}" type="presParOf" srcId="{F470C432-3A02-4F31-84B7-6C24E9CA11BA}" destId="{9959BFA3-CE3E-40B4-B0E9-70FB6C11073A}" srcOrd="3" destOrd="0" presId="urn:microsoft.com/office/officeart/2005/8/layout/hList7"/>
    <dgm:cxn modelId="{AD7232B4-BBF9-467B-8521-783EBE55C2EC}" type="presParOf" srcId="{376C2054-A9BC-4250-8A83-9D2AE3C4FE8E}" destId="{14F7E46B-8D03-4B76-B961-8BB4BC005803}" srcOrd="5" destOrd="0" presId="urn:microsoft.com/office/officeart/2005/8/layout/hList7"/>
    <dgm:cxn modelId="{68E2F2D3-5F7E-49BD-8AEF-35E32327D779}" type="presParOf" srcId="{376C2054-A9BC-4250-8A83-9D2AE3C4FE8E}" destId="{A156A472-B1E6-4A92-9B79-DEF26E9F3AA0}" srcOrd="6" destOrd="0" presId="urn:microsoft.com/office/officeart/2005/8/layout/hList7"/>
    <dgm:cxn modelId="{CE32995C-3774-432A-AA11-59C509E97887}" type="presParOf" srcId="{A156A472-B1E6-4A92-9B79-DEF26E9F3AA0}" destId="{054E5A16-F947-430F-8DF0-8D9075FC8FE0}" srcOrd="0" destOrd="0" presId="urn:microsoft.com/office/officeart/2005/8/layout/hList7"/>
    <dgm:cxn modelId="{2B77076E-371D-45A1-80CD-299D260C4575}" type="presParOf" srcId="{A156A472-B1E6-4A92-9B79-DEF26E9F3AA0}" destId="{2D305932-3B51-42B0-B668-389D46E34329}" srcOrd="1" destOrd="0" presId="urn:microsoft.com/office/officeart/2005/8/layout/hList7"/>
    <dgm:cxn modelId="{D092F49F-E021-465B-94BF-1DB5F4D289DA}" type="presParOf" srcId="{A156A472-B1E6-4A92-9B79-DEF26E9F3AA0}" destId="{6C1EAE7E-D95C-4999-BB1B-0A63EC77262F}" srcOrd="2" destOrd="0" presId="urn:microsoft.com/office/officeart/2005/8/layout/hList7"/>
    <dgm:cxn modelId="{AAA0C7AE-BD7C-4AC2-8142-B7C70E28E30C}" type="presParOf" srcId="{A156A472-B1E6-4A92-9B79-DEF26E9F3AA0}" destId="{1223C284-ABCE-4F5C-B2E0-2863AB381E21}" srcOrd="3" destOrd="0" presId="urn:microsoft.com/office/officeart/2005/8/layout/hList7"/>
    <dgm:cxn modelId="{3E399E3D-868E-4382-9241-3AE04FD67C6A}" type="presParOf" srcId="{376C2054-A9BC-4250-8A83-9D2AE3C4FE8E}" destId="{9A88F365-3FD9-4B02-B949-1359DA2719B1}" srcOrd="7" destOrd="0" presId="urn:microsoft.com/office/officeart/2005/8/layout/hList7"/>
    <dgm:cxn modelId="{F0FC4B47-3DAC-4756-B8E2-8E374B783438}" type="presParOf" srcId="{376C2054-A9BC-4250-8A83-9D2AE3C4FE8E}" destId="{F1AEEC48-7883-4F90-ADAB-596F180BC7A0}" srcOrd="8" destOrd="0" presId="urn:microsoft.com/office/officeart/2005/8/layout/hList7"/>
    <dgm:cxn modelId="{248E4C85-02CD-419A-B878-68A470A92655}" type="presParOf" srcId="{F1AEEC48-7883-4F90-ADAB-596F180BC7A0}" destId="{A6CDC40C-8267-4E18-A43B-082558B19C46}" srcOrd="0" destOrd="0" presId="urn:microsoft.com/office/officeart/2005/8/layout/hList7"/>
    <dgm:cxn modelId="{A6FFAD26-FA19-4CD4-AA8C-C8240016D9E4}" type="presParOf" srcId="{F1AEEC48-7883-4F90-ADAB-596F180BC7A0}" destId="{9237EE8B-B016-463A-9D14-1EEE4347DB02}" srcOrd="1" destOrd="0" presId="urn:microsoft.com/office/officeart/2005/8/layout/hList7"/>
    <dgm:cxn modelId="{F6374D4E-6BD5-4FCC-AC43-265B696FE4A6}" type="presParOf" srcId="{F1AEEC48-7883-4F90-ADAB-596F180BC7A0}" destId="{C2E557F1-0455-4992-975A-054AA60792A0}" srcOrd="2" destOrd="0" presId="urn:microsoft.com/office/officeart/2005/8/layout/hList7"/>
    <dgm:cxn modelId="{82137850-9802-436A-8D8E-936F4FBF1947}" type="presParOf" srcId="{F1AEEC48-7883-4F90-ADAB-596F180BC7A0}" destId="{1B7CDC49-A4A7-43A2-8D93-180FF1467801}" srcOrd="3" destOrd="0" presId="urn:microsoft.com/office/officeart/2005/8/layout/hList7"/>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963A33-82B1-4A36-970D-89C7C679237D}">
      <dsp:nvSpPr>
        <dsp:cNvPr id="0" name=""/>
        <dsp:cNvSpPr/>
      </dsp:nvSpPr>
      <dsp:spPr>
        <a:xfrm>
          <a:off x="155379" y="0"/>
          <a:ext cx="3170098" cy="3170098"/>
        </a:xfrm>
        <a:prstGeom prst="quadArrow">
          <a:avLst>
            <a:gd name="adj1" fmla="val 2000"/>
            <a:gd name="adj2" fmla="val 4000"/>
            <a:gd name="adj3" fmla="val 5000"/>
          </a:avLst>
        </a:prstGeom>
        <a:solidFill>
          <a:schemeClr val="accent2">
            <a:tint val="40000"/>
            <a:hueOff val="0"/>
            <a:satOff val="0"/>
            <a:lumOff val="0"/>
            <a:alphaOff val="0"/>
          </a:schemeClr>
        </a:solidFill>
        <a:ln>
          <a:noFill/>
        </a:ln>
        <a:effectLst/>
        <a:sp3d z="-152400" extrusionH="63500" prstMaterial="matte">
          <a:bevelT w="44450" h="6350" prst="relaxedInset"/>
          <a:contourClr>
            <a:schemeClr val="bg1"/>
          </a:contourClr>
        </a:sp3d>
      </dsp:spPr>
      <dsp:style>
        <a:lnRef idx="0">
          <a:scrgbClr r="0" g="0" b="0"/>
        </a:lnRef>
        <a:fillRef idx="1">
          <a:scrgbClr r="0" g="0" b="0"/>
        </a:fillRef>
        <a:effectRef idx="0">
          <a:scrgbClr r="0" g="0" b="0"/>
        </a:effectRef>
        <a:fontRef idx="minor"/>
      </dsp:style>
    </dsp:sp>
    <dsp:sp modelId="{221B3C66-9DA2-4C38-AFB7-8780E39D4760}">
      <dsp:nvSpPr>
        <dsp:cNvPr id="0" name=""/>
        <dsp:cNvSpPr/>
      </dsp:nvSpPr>
      <dsp:spPr>
        <a:xfrm>
          <a:off x="347360" y="206056"/>
          <a:ext cx="1268039" cy="1268039"/>
        </a:xfrm>
        <a:prstGeom prst="roundRect">
          <a:avLst/>
        </a:prstGeom>
        <a:solidFill>
          <a:schemeClr val="accent2">
            <a:hueOff val="0"/>
            <a:satOff val="0"/>
            <a:lumOff val="0"/>
            <a:alphaOff val="0"/>
          </a:schemeClr>
        </a:solidFill>
        <a:ln>
          <a:noFill/>
        </a:ln>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kern="1200" dirty="0"/>
            <a:t>Reconsider</a:t>
          </a:r>
        </a:p>
      </dsp:txBody>
      <dsp:txXfrm>
        <a:off x="409261" y="267957"/>
        <a:ext cx="1144237" cy="1144237"/>
      </dsp:txXfrm>
    </dsp:sp>
    <dsp:sp modelId="{6424B898-2C7E-4FD2-9D37-EB2F3AE89B10}">
      <dsp:nvSpPr>
        <dsp:cNvPr id="0" name=""/>
        <dsp:cNvSpPr/>
      </dsp:nvSpPr>
      <dsp:spPr>
        <a:xfrm>
          <a:off x="1837306" y="206056"/>
          <a:ext cx="1268039" cy="1268039"/>
        </a:xfrm>
        <a:prstGeom prst="roundRect">
          <a:avLst/>
        </a:prstGeom>
        <a:solidFill>
          <a:schemeClr val="accent3">
            <a:hueOff val="0"/>
            <a:satOff val="0"/>
            <a:lumOff val="0"/>
            <a:alphaOff val="0"/>
          </a:schemeClr>
        </a:solidFill>
        <a:ln>
          <a:noFill/>
        </a:ln>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kern="1200" dirty="0"/>
            <a:t>Invest Strategically </a:t>
          </a:r>
        </a:p>
      </dsp:txBody>
      <dsp:txXfrm>
        <a:off x="1899207" y="267957"/>
        <a:ext cx="1144237" cy="1144237"/>
      </dsp:txXfrm>
    </dsp:sp>
    <dsp:sp modelId="{FA8D5434-FB85-407A-9E57-620F886B2967}">
      <dsp:nvSpPr>
        <dsp:cNvPr id="0" name=""/>
        <dsp:cNvSpPr/>
      </dsp:nvSpPr>
      <dsp:spPr>
        <a:xfrm>
          <a:off x="347360" y="1696002"/>
          <a:ext cx="1268039" cy="1268039"/>
        </a:xfrm>
        <a:prstGeom prst="roundRect">
          <a:avLst/>
        </a:prstGeom>
        <a:solidFill>
          <a:schemeClr val="accent4">
            <a:hueOff val="0"/>
            <a:satOff val="0"/>
            <a:lumOff val="0"/>
            <a:alphaOff val="0"/>
          </a:schemeClr>
        </a:solidFill>
        <a:ln>
          <a:noFill/>
        </a:ln>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kern="1200" dirty="0"/>
            <a:t>Deprioritize</a:t>
          </a:r>
        </a:p>
      </dsp:txBody>
      <dsp:txXfrm>
        <a:off x="409261" y="1757903"/>
        <a:ext cx="1144237" cy="1144237"/>
      </dsp:txXfrm>
    </dsp:sp>
    <dsp:sp modelId="{48E88121-55C3-4235-84AE-DCF66A90A4DC}">
      <dsp:nvSpPr>
        <dsp:cNvPr id="0" name=""/>
        <dsp:cNvSpPr/>
      </dsp:nvSpPr>
      <dsp:spPr>
        <a:xfrm>
          <a:off x="1837306" y="1696002"/>
          <a:ext cx="1268039" cy="1268039"/>
        </a:xfrm>
        <a:prstGeom prst="roundRect">
          <a:avLst/>
        </a:prstGeom>
        <a:solidFill>
          <a:schemeClr val="accent5">
            <a:hueOff val="0"/>
            <a:satOff val="0"/>
            <a:lumOff val="0"/>
            <a:alphaOff val="0"/>
          </a:schemeClr>
        </a:solidFill>
        <a:ln>
          <a:noFill/>
        </a:ln>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kern="1200" dirty="0"/>
            <a:t>Quick Wins</a:t>
          </a:r>
        </a:p>
      </dsp:txBody>
      <dsp:txXfrm>
        <a:off x="1899207" y="1757903"/>
        <a:ext cx="1144237" cy="11442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A0FF7C-AFB4-407A-9779-FF10F5FB27B2}">
      <dsp:nvSpPr>
        <dsp:cNvPr id="0" name=""/>
        <dsp:cNvSpPr/>
      </dsp:nvSpPr>
      <dsp:spPr>
        <a:xfrm>
          <a:off x="0" y="0"/>
          <a:ext cx="1528545" cy="3243956"/>
        </a:xfrm>
        <a:prstGeom prst="roundRect">
          <a:avLst>
            <a:gd name="adj" fmla="val 10000"/>
          </a:avLst>
        </a:prstGeom>
        <a:solidFill>
          <a:schemeClr val="lt1">
            <a:hueOff val="0"/>
            <a:satOff val="0"/>
            <a:lumOff val="0"/>
            <a:alphaOff val="0"/>
          </a:schemeClr>
        </a:solid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t" anchorCtr="1">
          <a:noAutofit/>
        </a:bodyPr>
        <a:lstStyle/>
        <a:p>
          <a:pPr marL="0" lvl="0" indent="0" algn="ctr" defTabSz="577850">
            <a:lnSpc>
              <a:spcPct val="90000"/>
            </a:lnSpc>
            <a:spcBef>
              <a:spcPct val="0"/>
            </a:spcBef>
            <a:spcAft>
              <a:spcPct val="35000"/>
            </a:spcAft>
            <a:buNone/>
          </a:pPr>
          <a:r>
            <a:rPr lang="en-IN" sz="1300" b="1" kern="1200" dirty="0">
              <a:latin typeface="Aparajita" panose="02020603050405020304" pitchFamily="18" charset="0"/>
              <a:cs typeface="Aparajita" panose="02020603050405020304" pitchFamily="18" charset="0"/>
            </a:rPr>
            <a:t>Strategic Data Ingestion </a:t>
          </a:r>
        </a:p>
        <a:p>
          <a:pPr marL="0" lvl="0" indent="0" algn="l" defTabSz="577850">
            <a:lnSpc>
              <a:spcPct val="90000"/>
            </a:lnSpc>
            <a:spcBef>
              <a:spcPct val="0"/>
            </a:spcBef>
            <a:spcAft>
              <a:spcPct val="35000"/>
            </a:spcAft>
            <a:buNone/>
          </a:pPr>
          <a:endParaRPr lang="en-IN" sz="1300" kern="1200" dirty="0">
            <a:latin typeface="Aparajita" panose="02020603050405020304" pitchFamily="18" charset="0"/>
            <a:cs typeface="Aparajita" panose="02020603050405020304" pitchFamily="18" charset="0"/>
          </a:endParaRPr>
        </a:p>
        <a:p>
          <a:pPr marL="57150" lvl="1" indent="-57150" algn="l" defTabSz="444500">
            <a:lnSpc>
              <a:spcPct val="90000"/>
            </a:lnSpc>
            <a:spcBef>
              <a:spcPct val="0"/>
            </a:spcBef>
            <a:spcAft>
              <a:spcPct val="15000"/>
            </a:spcAft>
            <a:buChar char="•"/>
          </a:pPr>
          <a:endParaRPr lang="en-IN" sz="1000" kern="1200" dirty="0">
            <a:latin typeface="Aparajita" panose="02020603050405020304" pitchFamily="18" charset="0"/>
            <a:cs typeface="Aparajita" panose="02020603050405020304" pitchFamily="18" charset="0"/>
          </a:endParaRPr>
        </a:p>
        <a:p>
          <a:pPr marL="57150" lvl="1" indent="-57150" algn="l" defTabSz="444500">
            <a:lnSpc>
              <a:spcPct val="90000"/>
            </a:lnSpc>
            <a:spcBef>
              <a:spcPct val="0"/>
            </a:spcBef>
            <a:spcAft>
              <a:spcPct val="15000"/>
            </a:spcAft>
            <a:buChar char="•"/>
          </a:pPr>
          <a:r>
            <a:rPr lang="en-IN" sz="1000" kern="1200" dirty="0">
              <a:latin typeface="Aparajita" panose="02020603050405020304" pitchFamily="18" charset="0"/>
              <a:cs typeface="Aparajita" panose="02020603050405020304" pitchFamily="18" charset="0"/>
            </a:rPr>
            <a:t>Student Performance Records From Kaggle </a:t>
          </a:r>
        </a:p>
      </dsp:txBody>
      <dsp:txXfrm>
        <a:off x="0" y="1297582"/>
        <a:ext cx="1528545" cy="1297582"/>
      </dsp:txXfrm>
    </dsp:sp>
    <dsp:sp modelId="{D02E1A18-073D-43EE-B5F6-C53A7C3D4FB4}">
      <dsp:nvSpPr>
        <dsp:cNvPr id="0" name=""/>
        <dsp:cNvSpPr/>
      </dsp:nvSpPr>
      <dsp:spPr>
        <a:xfrm>
          <a:off x="224154" y="194637"/>
          <a:ext cx="1080237" cy="1080237"/>
        </a:xfrm>
        <a:prstGeom prst="ellipse">
          <a:avLst/>
        </a:prstGeom>
        <a:blipFill>
          <a:blip xmlns:r="http://schemas.openxmlformats.org/officeDocument/2006/relationships" r:embed="rId1"/>
          <a:srcRect/>
          <a:stretch>
            <a:fillRect l="-39000" r="-39000"/>
          </a:stretch>
        </a:blipFill>
        <a:ln w="12700" cap="flat" cmpd="sng" algn="ctr">
          <a:solidFill>
            <a:schemeClr val="accent5">
              <a:shade val="80000"/>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sp>
    <dsp:sp modelId="{C7E7D227-7C01-4F63-924F-2FC459410D0D}">
      <dsp:nvSpPr>
        <dsp:cNvPr id="0" name=""/>
        <dsp:cNvSpPr/>
      </dsp:nvSpPr>
      <dsp:spPr>
        <a:xfrm>
          <a:off x="1574402" y="0"/>
          <a:ext cx="1528545" cy="3243956"/>
        </a:xfrm>
        <a:prstGeom prst="roundRect">
          <a:avLst>
            <a:gd name="adj" fmla="val 10000"/>
          </a:avLst>
        </a:prstGeom>
        <a:solidFill>
          <a:schemeClr val="lt1">
            <a:hueOff val="0"/>
            <a:satOff val="0"/>
            <a:lumOff val="0"/>
            <a:alphaOff val="0"/>
          </a:schemeClr>
        </a:solid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t" anchorCtr="1">
          <a:noAutofit/>
        </a:bodyPr>
        <a:lstStyle/>
        <a:p>
          <a:pPr marL="0" lvl="0" indent="0" algn="ctr" defTabSz="577850">
            <a:lnSpc>
              <a:spcPct val="90000"/>
            </a:lnSpc>
            <a:spcBef>
              <a:spcPct val="0"/>
            </a:spcBef>
            <a:spcAft>
              <a:spcPct val="35000"/>
            </a:spcAft>
            <a:buNone/>
          </a:pPr>
          <a:r>
            <a:rPr lang="en-IN" sz="1300" b="1" kern="1200" dirty="0">
              <a:latin typeface="Aparajita" panose="02020603050405020304" pitchFamily="18" charset="0"/>
              <a:cs typeface="Aparajita" panose="02020603050405020304" pitchFamily="18" charset="0"/>
            </a:rPr>
            <a:t>Data Structuring &amp; Standardization</a:t>
          </a:r>
        </a:p>
        <a:p>
          <a:pPr marL="57150" lvl="1" indent="-57150" algn="l" defTabSz="444500">
            <a:lnSpc>
              <a:spcPct val="90000"/>
            </a:lnSpc>
            <a:spcBef>
              <a:spcPct val="0"/>
            </a:spcBef>
            <a:spcAft>
              <a:spcPct val="15000"/>
            </a:spcAft>
            <a:buChar char="•"/>
          </a:pPr>
          <a:endParaRPr lang="en-IN" sz="1000" kern="1200" dirty="0">
            <a:latin typeface="Aparajita" panose="02020603050405020304" pitchFamily="18" charset="0"/>
            <a:cs typeface="Aparajita" panose="02020603050405020304" pitchFamily="18" charset="0"/>
          </a:endParaRPr>
        </a:p>
        <a:p>
          <a:pPr marL="57150" lvl="1" indent="-57150" algn="l" defTabSz="444500">
            <a:lnSpc>
              <a:spcPct val="90000"/>
            </a:lnSpc>
            <a:spcBef>
              <a:spcPct val="0"/>
            </a:spcBef>
            <a:spcAft>
              <a:spcPct val="15000"/>
            </a:spcAft>
            <a:buChar char="•"/>
          </a:pPr>
          <a:endParaRPr lang="en-IN" sz="1000" kern="1200" dirty="0">
            <a:latin typeface="Aparajita" panose="02020603050405020304" pitchFamily="18" charset="0"/>
            <a:cs typeface="Aparajita" panose="02020603050405020304" pitchFamily="18" charset="0"/>
          </a:endParaRPr>
        </a:p>
        <a:p>
          <a:pPr marL="57150" lvl="1" indent="-57150" algn="l" defTabSz="444500">
            <a:lnSpc>
              <a:spcPct val="90000"/>
            </a:lnSpc>
            <a:spcBef>
              <a:spcPct val="0"/>
            </a:spcBef>
            <a:spcAft>
              <a:spcPct val="15000"/>
            </a:spcAft>
            <a:buChar char="•"/>
          </a:pPr>
          <a:endParaRPr lang="en-IN" sz="1000" kern="1200" dirty="0">
            <a:latin typeface="Aparajita" panose="02020603050405020304" pitchFamily="18" charset="0"/>
            <a:cs typeface="Aparajita" panose="02020603050405020304" pitchFamily="18" charset="0"/>
          </a:endParaRPr>
        </a:p>
        <a:p>
          <a:pPr marL="57150" lvl="1" indent="-57150" algn="l" defTabSz="444500">
            <a:lnSpc>
              <a:spcPct val="90000"/>
            </a:lnSpc>
            <a:spcBef>
              <a:spcPct val="0"/>
            </a:spcBef>
            <a:spcAft>
              <a:spcPct val="15000"/>
            </a:spcAft>
            <a:buChar char="•"/>
          </a:pPr>
          <a:r>
            <a:rPr lang="en-IN" sz="1000" kern="1200" dirty="0">
              <a:latin typeface="Aparajita" panose="02020603050405020304" pitchFamily="18" charset="0"/>
              <a:cs typeface="Aparajita" panose="02020603050405020304" pitchFamily="18" charset="0"/>
            </a:rPr>
            <a:t>Excel Power Query</a:t>
          </a:r>
        </a:p>
      </dsp:txBody>
      <dsp:txXfrm>
        <a:off x="1574402" y="1297582"/>
        <a:ext cx="1528545" cy="1297582"/>
      </dsp:txXfrm>
    </dsp:sp>
    <dsp:sp modelId="{8DE9C764-7414-4655-A986-11E01B92ECBA}">
      <dsp:nvSpPr>
        <dsp:cNvPr id="0" name=""/>
        <dsp:cNvSpPr/>
      </dsp:nvSpPr>
      <dsp:spPr>
        <a:xfrm>
          <a:off x="1798556" y="194637"/>
          <a:ext cx="1080237" cy="1080237"/>
        </a:xfrm>
        <a:prstGeom prst="ellipse">
          <a:avLst/>
        </a:prstGeom>
        <a:blipFill>
          <a:blip xmlns:r="http://schemas.openxmlformats.org/officeDocument/2006/relationships" r:embed="rId2"/>
          <a:srcRect/>
          <a:stretch>
            <a:fillRect l="-39000" r="-39000"/>
          </a:stretch>
        </a:blipFill>
        <a:ln w="12700" cap="flat" cmpd="sng" algn="ctr">
          <a:solidFill>
            <a:schemeClr val="accent5">
              <a:shade val="80000"/>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sp>
    <dsp:sp modelId="{60190D9C-633D-4909-81E2-15676E83A8EA}">
      <dsp:nvSpPr>
        <dsp:cNvPr id="0" name=""/>
        <dsp:cNvSpPr/>
      </dsp:nvSpPr>
      <dsp:spPr>
        <a:xfrm>
          <a:off x="3148804" y="0"/>
          <a:ext cx="1528545" cy="3243956"/>
        </a:xfrm>
        <a:prstGeom prst="roundRect">
          <a:avLst>
            <a:gd name="adj" fmla="val 10000"/>
          </a:avLst>
        </a:prstGeom>
        <a:solidFill>
          <a:schemeClr val="lt1">
            <a:hueOff val="0"/>
            <a:satOff val="0"/>
            <a:lumOff val="0"/>
            <a:alphaOff val="0"/>
          </a:schemeClr>
        </a:solid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t" anchorCtr="1">
          <a:noAutofit/>
        </a:bodyPr>
        <a:lstStyle/>
        <a:p>
          <a:pPr marL="0" lvl="0" indent="0" algn="ctr" defTabSz="577850">
            <a:lnSpc>
              <a:spcPct val="90000"/>
            </a:lnSpc>
            <a:spcBef>
              <a:spcPct val="0"/>
            </a:spcBef>
            <a:spcAft>
              <a:spcPct val="35000"/>
            </a:spcAft>
            <a:buNone/>
          </a:pPr>
          <a:r>
            <a:rPr lang="en-IN" sz="1300" b="1" kern="1200" dirty="0">
              <a:latin typeface="Aparajita" panose="02020603050405020304" pitchFamily="18" charset="0"/>
              <a:cs typeface="Aparajita" panose="02020603050405020304" pitchFamily="18" charset="0"/>
            </a:rPr>
            <a:t>Business Intelligence Modelling </a:t>
          </a:r>
        </a:p>
        <a:p>
          <a:pPr marL="57150" lvl="1" indent="-57150" algn="l" defTabSz="444500">
            <a:lnSpc>
              <a:spcPct val="90000"/>
            </a:lnSpc>
            <a:spcBef>
              <a:spcPct val="0"/>
            </a:spcBef>
            <a:spcAft>
              <a:spcPct val="15000"/>
            </a:spcAft>
            <a:buChar char="•"/>
          </a:pPr>
          <a:endParaRPr lang="en-IN" sz="1000" kern="1200" dirty="0">
            <a:latin typeface="Aparajita" panose="02020603050405020304" pitchFamily="18" charset="0"/>
            <a:cs typeface="Aparajita" panose="02020603050405020304" pitchFamily="18" charset="0"/>
          </a:endParaRPr>
        </a:p>
        <a:p>
          <a:pPr marL="57150" lvl="1" indent="-57150" algn="l" defTabSz="444500">
            <a:lnSpc>
              <a:spcPct val="90000"/>
            </a:lnSpc>
            <a:spcBef>
              <a:spcPct val="0"/>
            </a:spcBef>
            <a:spcAft>
              <a:spcPct val="15000"/>
            </a:spcAft>
            <a:buChar char="•"/>
          </a:pPr>
          <a:endParaRPr lang="en-IN" sz="1000" kern="1200" dirty="0">
            <a:latin typeface="Aparajita" panose="02020603050405020304" pitchFamily="18" charset="0"/>
            <a:cs typeface="Aparajita" panose="02020603050405020304" pitchFamily="18" charset="0"/>
          </a:endParaRPr>
        </a:p>
        <a:p>
          <a:pPr marL="57150" lvl="1" indent="-57150" algn="l" defTabSz="444500">
            <a:lnSpc>
              <a:spcPct val="90000"/>
            </a:lnSpc>
            <a:spcBef>
              <a:spcPct val="0"/>
            </a:spcBef>
            <a:spcAft>
              <a:spcPct val="15000"/>
            </a:spcAft>
            <a:buChar char="•"/>
          </a:pPr>
          <a:endParaRPr lang="en-IN" sz="1000" kern="1200" dirty="0">
            <a:latin typeface="Aparajita" panose="02020603050405020304" pitchFamily="18" charset="0"/>
            <a:cs typeface="Aparajita" panose="02020603050405020304" pitchFamily="18" charset="0"/>
          </a:endParaRPr>
        </a:p>
        <a:p>
          <a:pPr marL="57150" lvl="1" indent="-57150" algn="l" defTabSz="444500">
            <a:lnSpc>
              <a:spcPct val="90000"/>
            </a:lnSpc>
            <a:spcBef>
              <a:spcPct val="0"/>
            </a:spcBef>
            <a:spcAft>
              <a:spcPct val="15000"/>
            </a:spcAft>
            <a:buChar char="•"/>
          </a:pPr>
          <a:r>
            <a:rPr lang="en-IN" sz="1000" kern="1200" dirty="0">
              <a:latin typeface="Aparajita" panose="02020603050405020304" pitchFamily="18" charset="0"/>
              <a:cs typeface="Aparajita" panose="02020603050405020304" pitchFamily="18" charset="0"/>
            </a:rPr>
            <a:t>Power BI Desktop</a:t>
          </a:r>
        </a:p>
      </dsp:txBody>
      <dsp:txXfrm>
        <a:off x="3148804" y="1297582"/>
        <a:ext cx="1528545" cy="1297582"/>
      </dsp:txXfrm>
    </dsp:sp>
    <dsp:sp modelId="{9959BFA3-CE3E-40B4-B0E9-70FB6C11073A}">
      <dsp:nvSpPr>
        <dsp:cNvPr id="0" name=""/>
        <dsp:cNvSpPr/>
      </dsp:nvSpPr>
      <dsp:spPr>
        <a:xfrm>
          <a:off x="3372958" y="194637"/>
          <a:ext cx="1080237" cy="1080237"/>
        </a:xfrm>
        <a:prstGeom prst="ellipse">
          <a:avLst/>
        </a:prstGeom>
        <a:blipFill>
          <a:blip xmlns:r="http://schemas.openxmlformats.org/officeDocument/2006/relationships" r:embed="rId3"/>
          <a:srcRect/>
          <a:stretch>
            <a:fillRect l="-1000" r="-1000"/>
          </a:stretch>
        </a:blipFill>
        <a:ln w="12700" cap="flat" cmpd="sng" algn="ctr">
          <a:solidFill>
            <a:schemeClr val="accent5">
              <a:shade val="80000"/>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sp>
    <dsp:sp modelId="{054E5A16-F947-430F-8DF0-8D9075FC8FE0}">
      <dsp:nvSpPr>
        <dsp:cNvPr id="0" name=""/>
        <dsp:cNvSpPr/>
      </dsp:nvSpPr>
      <dsp:spPr>
        <a:xfrm>
          <a:off x="4723206" y="0"/>
          <a:ext cx="1528545" cy="3243956"/>
        </a:xfrm>
        <a:prstGeom prst="roundRect">
          <a:avLst>
            <a:gd name="adj" fmla="val 10000"/>
          </a:avLst>
        </a:prstGeom>
        <a:solidFill>
          <a:schemeClr val="lt1">
            <a:hueOff val="0"/>
            <a:satOff val="0"/>
            <a:lumOff val="0"/>
            <a:alphaOff val="0"/>
          </a:schemeClr>
        </a:solid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IN" sz="1200" b="1" kern="1200" dirty="0">
            <a:latin typeface="Aparajita" panose="02020603050405020304" pitchFamily="18" charset="0"/>
            <a:cs typeface="Aparajita" panose="02020603050405020304" pitchFamily="18" charset="0"/>
          </a:endParaRPr>
        </a:p>
        <a:p>
          <a:pPr marL="0" lvl="0" indent="0" algn="ctr" defTabSz="533400">
            <a:lnSpc>
              <a:spcPct val="90000"/>
            </a:lnSpc>
            <a:spcBef>
              <a:spcPct val="0"/>
            </a:spcBef>
            <a:spcAft>
              <a:spcPct val="35000"/>
            </a:spcAft>
            <a:buNone/>
          </a:pPr>
          <a:r>
            <a:rPr lang="en-IN" sz="1200" b="1" kern="1200" dirty="0">
              <a:latin typeface="Aparajita" panose="02020603050405020304" pitchFamily="18" charset="0"/>
              <a:cs typeface="Aparajita" panose="02020603050405020304" pitchFamily="18" charset="0"/>
            </a:rPr>
            <a:t>Actionable Executive Output</a:t>
          </a:r>
        </a:p>
        <a:p>
          <a:pPr marL="0" lvl="0" indent="0" algn="ctr" defTabSz="533400">
            <a:lnSpc>
              <a:spcPct val="90000"/>
            </a:lnSpc>
            <a:spcBef>
              <a:spcPct val="0"/>
            </a:spcBef>
            <a:spcAft>
              <a:spcPct val="35000"/>
            </a:spcAft>
            <a:buNone/>
          </a:pPr>
          <a:endParaRPr lang="en-IN" sz="900" kern="1200" dirty="0">
            <a:latin typeface="Aparajita" panose="02020603050405020304" pitchFamily="18" charset="0"/>
            <a:cs typeface="Aparajita" panose="02020603050405020304" pitchFamily="18" charset="0"/>
          </a:endParaRPr>
        </a:p>
        <a:p>
          <a:pPr marL="0" lvl="0" indent="0" algn="ctr" defTabSz="533400">
            <a:lnSpc>
              <a:spcPct val="90000"/>
            </a:lnSpc>
            <a:spcBef>
              <a:spcPct val="0"/>
            </a:spcBef>
            <a:spcAft>
              <a:spcPct val="35000"/>
            </a:spcAft>
            <a:buNone/>
          </a:pPr>
          <a:endParaRPr lang="en-IN" sz="900" kern="1200" dirty="0">
            <a:latin typeface="Aparajita" panose="02020603050405020304" pitchFamily="18" charset="0"/>
            <a:cs typeface="Aparajita" panose="02020603050405020304" pitchFamily="18" charset="0"/>
          </a:endParaRPr>
        </a:p>
        <a:p>
          <a:pPr marL="0" lvl="0" indent="0" algn="ctr" defTabSz="533400">
            <a:lnSpc>
              <a:spcPct val="90000"/>
            </a:lnSpc>
            <a:spcBef>
              <a:spcPct val="0"/>
            </a:spcBef>
            <a:spcAft>
              <a:spcPct val="35000"/>
            </a:spcAft>
            <a:buNone/>
          </a:pPr>
          <a:endParaRPr lang="en-IN" sz="900" kern="1200" dirty="0">
            <a:latin typeface="Aparajita" panose="02020603050405020304" pitchFamily="18" charset="0"/>
            <a:cs typeface="Aparajita" panose="02020603050405020304" pitchFamily="18" charset="0"/>
          </a:endParaRPr>
        </a:p>
        <a:p>
          <a:pPr marL="0" lvl="0" indent="0" algn="ctr" defTabSz="533400">
            <a:lnSpc>
              <a:spcPct val="90000"/>
            </a:lnSpc>
            <a:spcBef>
              <a:spcPct val="0"/>
            </a:spcBef>
            <a:spcAft>
              <a:spcPct val="35000"/>
            </a:spcAft>
            <a:buNone/>
          </a:pPr>
          <a:r>
            <a:rPr lang="en-IN" sz="900" kern="1200" dirty="0">
              <a:latin typeface="Aparajita" panose="02020603050405020304" pitchFamily="18" charset="0"/>
              <a:cs typeface="Aparajita" panose="02020603050405020304" pitchFamily="18" charset="0"/>
            </a:rPr>
            <a:t>Interactive academic ROI Dashboard</a:t>
          </a:r>
        </a:p>
        <a:p>
          <a:pPr marL="0" lvl="0" indent="0" algn="ctr" defTabSz="533400">
            <a:lnSpc>
              <a:spcPct val="90000"/>
            </a:lnSpc>
            <a:spcBef>
              <a:spcPct val="0"/>
            </a:spcBef>
            <a:spcAft>
              <a:spcPct val="35000"/>
            </a:spcAft>
            <a:buNone/>
          </a:pPr>
          <a:endParaRPr lang="en-IN" sz="1100" kern="1200" dirty="0">
            <a:latin typeface="Aparajita" panose="02020603050405020304" pitchFamily="18" charset="0"/>
            <a:cs typeface="Aparajita" panose="02020603050405020304" pitchFamily="18" charset="0"/>
          </a:endParaRPr>
        </a:p>
      </dsp:txBody>
      <dsp:txXfrm>
        <a:off x="4723206" y="1297582"/>
        <a:ext cx="1528545" cy="1297582"/>
      </dsp:txXfrm>
    </dsp:sp>
    <dsp:sp modelId="{1223C284-ABCE-4F5C-B2E0-2863AB381E21}">
      <dsp:nvSpPr>
        <dsp:cNvPr id="0" name=""/>
        <dsp:cNvSpPr/>
      </dsp:nvSpPr>
      <dsp:spPr>
        <a:xfrm>
          <a:off x="4947360" y="194637"/>
          <a:ext cx="1080237" cy="1080237"/>
        </a:xfrm>
        <a:prstGeom prst="ellipse">
          <a:avLst/>
        </a:prstGeom>
        <a:blipFill>
          <a:blip xmlns:r="http://schemas.openxmlformats.org/officeDocument/2006/relationships" r:embed="rId4"/>
          <a:srcRect/>
          <a:stretch>
            <a:fillRect l="-39000" r="-39000"/>
          </a:stretch>
        </a:blipFill>
        <a:ln w="12700" cap="flat" cmpd="sng" algn="ctr">
          <a:solidFill>
            <a:schemeClr val="accent5">
              <a:shade val="80000"/>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sp>
    <dsp:sp modelId="{A6CDC40C-8267-4E18-A43B-082558B19C46}">
      <dsp:nvSpPr>
        <dsp:cNvPr id="0" name=""/>
        <dsp:cNvSpPr/>
      </dsp:nvSpPr>
      <dsp:spPr>
        <a:xfrm>
          <a:off x="6297608" y="0"/>
          <a:ext cx="1528545" cy="3243956"/>
        </a:xfrm>
        <a:prstGeom prst="roundRect">
          <a:avLst>
            <a:gd name="adj" fmla="val 10000"/>
          </a:avLst>
        </a:prstGeom>
        <a:solidFill>
          <a:schemeClr val="lt1">
            <a:hueOff val="0"/>
            <a:satOff val="0"/>
            <a:lumOff val="0"/>
            <a:alphaOff val="0"/>
          </a:schemeClr>
        </a:solid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t" anchorCtr="1">
          <a:noAutofit/>
        </a:bodyPr>
        <a:lstStyle/>
        <a:p>
          <a:pPr marL="0" lvl="0" indent="0" algn="l" defTabSz="577850">
            <a:lnSpc>
              <a:spcPct val="90000"/>
            </a:lnSpc>
            <a:spcBef>
              <a:spcPct val="0"/>
            </a:spcBef>
            <a:spcAft>
              <a:spcPct val="35000"/>
            </a:spcAft>
            <a:buNone/>
          </a:pPr>
          <a:r>
            <a:rPr lang="en-IN" sz="1300" b="1" kern="1200" dirty="0">
              <a:latin typeface="Aparajita" panose="02020603050405020304" pitchFamily="18" charset="0"/>
              <a:cs typeface="Aparajita" panose="02020603050405020304" pitchFamily="18" charset="0"/>
            </a:rPr>
            <a:t>Standalone AI Chatbot</a:t>
          </a:r>
        </a:p>
        <a:p>
          <a:pPr marL="0" lvl="0" indent="0" algn="l" defTabSz="577850">
            <a:lnSpc>
              <a:spcPct val="90000"/>
            </a:lnSpc>
            <a:spcBef>
              <a:spcPct val="0"/>
            </a:spcBef>
            <a:spcAft>
              <a:spcPct val="35000"/>
            </a:spcAft>
            <a:buNone/>
          </a:pPr>
          <a:endParaRPr lang="en-IN" sz="1300" kern="1200" dirty="0">
            <a:latin typeface="Aparajita" panose="02020603050405020304" pitchFamily="18" charset="0"/>
            <a:cs typeface="Aparajita" panose="02020603050405020304" pitchFamily="18" charset="0"/>
          </a:endParaRPr>
        </a:p>
        <a:p>
          <a:pPr marL="57150" lvl="1" indent="-57150" algn="l" defTabSz="444500">
            <a:lnSpc>
              <a:spcPct val="90000"/>
            </a:lnSpc>
            <a:spcBef>
              <a:spcPct val="0"/>
            </a:spcBef>
            <a:spcAft>
              <a:spcPct val="15000"/>
            </a:spcAft>
            <a:buChar char="•"/>
          </a:pPr>
          <a:endParaRPr lang="en-IN" sz="1000" kern="1200" dirty="0">
            <a:latin typeface="Aparajita" panose="02020603050405020304" pitchFamily="18" charset="0"/>
            <a:cs typeface="Aparajita" panose="02020603050405020304" pitchFamily="18" charset="0"/>
          </a:endParaRPr>
        </a:p>
        <a:p>
          <a:pPr marL="57150" lvl="1" indent="-57150" algn="l" defTabSz="444500">
            <a:lnSpc>
              <a:spcPct val="90000"/>
            </a:lnSpc>
            <a:spcBef>
              <a:spcPct val="0"/>
            </a:spcBef>
            <a:spcAft>
              <a:spcPct val="15000"/>
            </a:spcAft>
            <a:buChar char="•"/>
          </a:pPr>
          <a:endParaRPr lang="en-IN" sz="1000" kern="1200" dirty="0">
            <a:latin typeface="Aparajita" panose="02020603050405020304" pitchFamily="18" charset="0"/>
            <a:cs typeface="Aparajita" panose="02020603050405020304" pitchFamily="18" charset="0"/>
          </a:endParaRPr>
        </a:p>
        <a:p>
          <a:pPr marL="57150" lvl="1" indent="-57150" algn="l" defTabSz="444500">
            <a:lnSpc>
              <a:spcPct val="90000"/>
            </a:lnSpc>
            <a:spcBef>
              <a:spcPct val="0"/>
            </a:spcBef>
            <a:spcAft>
              <a:spcPct val="15000"/>
            </a:spcAft>
            <a:buChar char="•"/>
          </a:pPr>
          <a:endParaRPr lang="en-IN" sz="1000" kern="1200" dirty="0">
            <a:latin typeface="Aparajita" panose="02020603050405020304" pitchFamily="18" charset="0"/>
            <a:cs typeface="Aparajita" panose="02020603050405020304" pitchFamily="18" charset="0"/>
          </a:endParaRPr>
        </a:p>
        <a:p>
          <a:pPr marL="57150" lvl="1" indent="-57150" algn="l" defTabSz="444500">
            <a:lnSpc>
              <a:spcPct val="90000"/>
            </a:lnSpc>
            <a:spcBef>
              <a:spcPct val="0"/>
            </a:spcBef>
            <a:spcAft>
              <a:spcPct val="15000"/>
            </a:spcAft>
            <a:buChar char="•"/>
          </a:pPr>
          <a:r>
            <a:rPr lang="en-IN" sz="1000" kern="1200" dirty="0">
              <a:latin typeface="Aparajita" panose="02020603050405020304" pitchFamily="18" charset="0"/>
              <a:cs typeface="Aparajita" panose="02020603050405020304" pitchFamily="18" charset="0"/>
            </a:rPr>
            <a:t> EDU- ADVISOR </a:t>
          </a:r>
        </a:p>
      </dsp:txBody>
      <dsp:txXfrm>
        <a:off x="6297608" y="1297582"/>
        <a:ext cx="1528545" cy="1297582"/>
      </dsp:txXfrm>
    </dsp:sp>
    <dsp:sp modelId="{1B7CDC49-A4A7-43A2-8D93-180FF1467801}">
      <dsp:nvSpPr>
        <dsp:cNvPr id="0" name=""/>
        <dsp:cNvSpPr/>
      </dsp:nvSpPr>
      <dsp:spPr>
        <a:xfrm>
          <a:off x="6521762" y="194637"/>
          <a:ext cx="1080237" cy="1080237"/>
        </a:xfrm>
        <a:prstGeom prst="ellipse">
          <a:avLst/>
        </a:prstGeom>
        <a:blipFill>
          <a:blip xmlns:r="http://schemas.openxmlformats.org/officeDocument/2006/relationships" r:embed="rId5"/>
          <a:srcRect/>
          <a:stretch>
            <a:fillRect t="-21000" b="-21000"/>
          </a:stretch>
        </a:blipFill>
        <a:ln w="12700" cap="flat" cmpd="sng" algn="ctr">
          <a:solidFill>
            <a:schemeClr val="accent5">
              <a:shade val="80000"/>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sp>
    <dsp:sp modelId="{65EE791F-DE10-412F-AC7F-90F87BB6F28E}">
      <dsp:nvSpPr>
        <dsp:cNvPr id="0" name=""/>
        <dsp:cNvSpPr/>
      </dsp:nvSpPr>
      <dsp:spPr>
        <a:xfrm>
          <a:off x="313046" y="2595164"/>
          <a:ext cx="7200061" cy="486593"/>
        </a:xfrm>
        <a:prstGeom prst="leftRightArrow">
          <a:avLst/>
        </a:prstGeom>
        <a:solidFill>
          <a:schemeClr val="accent5">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9/2/quickstyle/3d8">
  <dgm:title val=""/>
  <dgm:desc val=""/>
  <dgm:catLst>
    <dgm:cat type="3D" pri="11800"/>
  </dgm:catLst>
  <dgm:scene3d>
    <a:camera prst="perspectiveHeroicExtremeRightFacing" zoom="82000">
      <a:rot lat="21300000" lon="20400000" rev="180000"/>
    </a:camera>
    <a:lightRig rig="morning" dir="t">
      <a:rot lat="0" lon="0" rev="20400000"/>
    </a:lightRig>
  </dgm:scene3d>
  <dgm:styleLbl name="node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0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60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635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152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conF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90500" prstMaterial="matte">
      <a:bevelT w="120650" h="38100"/>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solid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9208211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5" Type="http://schemas.microsoft.com/office/2007/relationships/hdphoto" Target="../media/hdphoto1.wdp"/><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5" Type="http://schemas.openxmlformats.org/officeDocument/2006/relationships/image" Target="../media/image12.jpe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6.xml"/><Relationship Id="rId7" Type="http://schemas.openxmlformats.org/officeDocument/2006/relationships/diagramColors" Target="../diagrams/colors2.xml"/><Relationship Id="rId2" Type="http://schemas.openxmlformats.org/officeDocument/2006/relationships/slideLayout" Target="../slideLayouts/slideLayout1.xml"/><Relationship Id="rId1" Type="http://schemas.openxmlformats.org/officeDocument/2006/relationships/tags" Target="../tags/tag10.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image" Target="../media/image18.png"/><Relationship Id="rId5" Type="http://schemas.openxmlformats.org/officeDocument/2006/relationships/hyperlink" Target="https://youtu.be/YoWYBQZYdwY" TargetMode="External"/><Relationship Id="rId4" Type="http://schemas.openxmlformats.org/officeDocument/2006/relationships/hyperlink" Target="https://github.com/maheshwaridiya/AICW-PROJECT" TargetMode="Externa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 Id="rId5" Type="http://schemas.microsoft.com/office/2007/relationships/hdphoto" Target="../media/hdphoto2.wdp"/><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2692784" y="4264250"/>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2657372" y="4444177"/>
            <a:ext cx="1633432"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Diya Maheshwari</a:t>
            </a: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5"/>
          <a:srcRect l="26757" t="2453" r="27842" b="53701"/>
          <a:stretch>
            <a:fillRect/>
          </a:stretch>
        </p:blipFill>
        <p:spPr>
          <a:xfrm>
            <a:off x="2210895" y="4255699"/>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4544332" y="4278803"/>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4568190" y="4428037"/>
            <a:ext cx="2272871" cy="23179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rPr>
              <a:t>Maheshwaridiya75@gmail.com</a:t>
            </a:r>
            <a:endParaRPr lang="en-IN" sz="1200" dirty="0"/>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5"/>
          <a:srcRect l="26859" t="52379" r="26874" b="2349"/>
          <a:stretch>
            <a:fillRect/>
          </a:stretch>
        </p:blipFill>
        <p:spPr>
          <a:xfrm>
            <a:off x="4061873" y="4250965"/>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957160" y="4269766"/>
            <a:ext cx="2272871" cy="381644"/>
            <a:chOff x="3236400" y="4227972"/>
            <a:chExt cx="2272871" cy="381644"/>
          </a:xfrm>
        </p:grpSpPr>
        <p:sp>
          <p:nvSpPr>
            <p:cNvPr id="67" name="TextBox 41">
              <a:extLst>
                <a:ext uri="{FF2B5EF4-FFF2-40B4-BE49-F238E27FC236}">
                  <a16:creationId xmlns:a16="http://schemas.microsoft.com/office/drawing/2014/main" id="{5FE6F280-D970-382B-5260-25E219F86722}"/>
                </a:ext>
              </a:extLst>
            </p:cNvPr>
            <p:cNvSpPr txBox="1"/>
            <p:nvPr/>
          </p:nvSpPr>
          <p:spPr>
            <a:xfrm>
              <a:off x="3236400" y="422797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236400" y="4382181"/>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Uma Maheswari</a:t>
              </a: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6"/>
          <a:srcRect l="28109" t="6546" r="28551" b="49509"/>
          <a:stretch>
            <a:fillRect/>
          </a:stretch>
        </p:blipFill>
        <p:spPr>
          <a:xfrm>
            <a:off x="520200" y="4253645"/>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7"/>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8"/>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9"/>
          <a:srcRect b="19729"/>
          <a:stretch>
            <a:fillRect/>
          </a:stretch>
        </p:blipFill>
        <p:spPr>
          <a:xfrm>
            <a:off x="173754" y="1046557"/>
            <a:ext cx="3854253" cy="1849530"/>
          </a:xfrm>
          <a:prstGeom prst="rect">
            <a:avLst/>
          </a:prstGeom>
        </p:spPr>
      </p:pic>
      <p:sp>
        <p:nvSpPr>
          <p:cNvPr id="27" name="TextBox 26">
            <a:extLst>
              <a:ext uri="{FF2B5EF4-FFF2-40B4-BE49-F238E27FC236}">
                <a16:creationId xmlns:a16="http://schemas.microsoft.com/office/drawing/2014/main" id="{56CE2B4C-42F3-6C3D-A2AC-C0C414252A53}"/>
              </a:ext>
            </a:extLst>
          </p:cNvPr>
          <p:cNvSpPr txBox="1"/>
          <p:nvPr/>
        </p:nvSpPr>
        <p:spPr>
          <a:xfrm>
            <a:off x="68461" y="3462539"/>
            <a:ext cx="5695580" cy="646331"/>
          </a:xfrm>
          <a:prstGeom prst="rect">
            <a:avLst/>
          </a:prstGeom>
          <a:noFill/>
        </p:spPr>
        <p:txBody>
          <a:bodyPr wrap="square">
            <a:spAutoFit/>
          </a:bodyPr>
          <a:lstStyle/>
          <a:p>
            <a:pPr>
              <a:buNone/>
            </a:pPr>
            <a:r>
              <a:rPr lang="en-US" b="1" dirty="0">
                <a:solidFill>
                  <a:srgbClr val="1B3A8A"/>
                </a:solidFill>
                <a:latin typeface="Arial" panose="020B0604020202020204" pitchFamily="34" charset="0"/>
              </a:rPr>
              <a:t>Smart Edu: Optimizing Institutional Resource </a:t>
            </a:r>
            <a:endParaRPr lang="en-US" dirty="0"/>
          </a:p>
          <a:p>
            <a:pPr>
              <a:buNone/>
            </a:pPr>
            <a:r>
              <a:rPr lang="en-US" b="1" dirty="0">
                <a:solidFill>
                  <a:srgbClr val="1B3A8A"/>
                </a:solidFill>
                <a:latin typeface="Arial" panose="020B0604020202020204" pitchFamily="34" charset="0"/>
              </a:rPr>
              <a:t>Allocation for Maximum Academic ROI</a:t>
            </a:r>
            <a:endParaRPr lang="en-IN" dirty="0"/>
          </a:p>
        </p:txBody>
      </p:sp>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5239" y="599672"/>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166113"/>
            <a:ext cx="4446761" cy="3026470"/>
          </a:xfrm>
          <a:prstGeom prst="rect">
            <a:avLst/>
          </a:prstGeom>
          <a:noFill/>
        </p:spPr>
        <p:txBody>
          <a:bodyPr wrap="square">
            <a:spAutoFit/>
          </a:bodyPr>
          <a:lstStyle/>
          <a:p>
            <a:pPr marL="285750" indent="-285750">
              <a:spcAft>
                <a:spcPts val="800"/>
              </a:spcAft>
              <a:buFont typeface="Arial" panose="020B0604020202020204" pitchFamily="34" charset="0"/>
              <a:buChar char="•"/>
              <a:tabLst>
                <a:tab pos="4229100" algn="ctr"/>
              </a:tabLst>
            </a:pPr>
            <a:r>
              <a:rPr lang="en-US" sz="1800" dirty="0">
                <a:solidFill>
                  <a:schemeClr val="tx1"/>
                </a:solidFill>
                <a:effectLst/>
                <a:latin typeface="Aparajita" panose="02020603050405020304" pitchFamily="18" charset="0"/>
                <a:ea typeface="Times New Roman" panose="02020603050405020304" pitchFamily="18" charset="0"/>
                <a:cs typeface="Aparajita" panose="02020603050405020304" pitchFamily="18" charset="0"/>
              </a:rPr>
              <a:t>Abstract of the Project</a:t>
            </a:r>
            <a:endParaRPr lang="en-IN" sz="1800" dirty="0">
              <a:solidFill>
                <a:schemeClr val="tx1"/>
              </a:solidFill>
              <a:latin typeface="Aparajita" panose="02020603050405020304" pitchFamily="18" charset="0"/>
              <a:ea typeface="Times New Roman" panose="02020603050405020304" pitchFamily="18" charset="0"/>
              <a:cs typeface="Aparajita" panose="02020603050405020304" pitchFamily="18" charset="0"/>
            </a:endParaRPr>
          </a:p>
          <a:p>
            <a:pPr marL="285750" indent="-285750">
              <a:spcAft>
                <a:spcPts val="800"/>
              </a:spcAft>
              <a:buFont typeface="Arial" panose="020B0604020202020204" pitchFamily="34" charset="0"/>
              <a:buChar char="•"/>
              <a:tabLst>
                <a:tab pos="4229100" algn="ctr"/>
              </a:tabLst>
            </a:pPr>
            <a:r>
              <a:rPr lang="en-US" sz="1800" dirty="0">
                <a:latin typeface="Aparajita" panose="02020603050405020304" pitchFamily="18" charset="0"/>
                <a:ea typeface="+mn-lt"/>
                <a:cs typeface="Aparajita" panose="02020603050405020304" pitchFamily="18" charset="0"/>
              </a:rPr>
              <a:t>Problem Statement</a:t>
            </a:r>
          </a:p>
          <a:p>
            <a:pPr marL="285750" indent="-285750">
              <a:spcAft>
                <a:spcPts val="800"/>
              </a:spcAft>
              <a:buFont typeface="Arial" panose="020B0604020202020204" pitchFamily="34" charset="0"/>
              <a:buChar char="•"/>
              <a:tabLst>
                <a:tab pos="4229100" algn="ctr"/>
              </a:tabLst>
            </a:pPr>
            <a:r>
              <a:rPr lang="en-US" sz="1800" dirty="0">
                <a:latin typeface="Aparajita" panose="02020603050405020304" pitchFamily="18" charset="0"/>
                <a:ea typeface="+mn-lt"/>
                <a:cs typeface="Aparajita" panose="02020603050405020304" pitchFamily="18" charset="0"/>
              </a:rPr>
              <a:t>Proposed Solution</a:t>
            </a:r>
          </a:p>
          <a:p>
            <a:pPr marL="285750" indent="-285750">
              <a:spcAft>
                <a:spcPts val="800"/>
              </a:spcAft>
              <a:buFont typeface="Arial" panose="020B0604020202020204" pitchFamily="34" charset="0"/>
              <a:buChar char="•"/>
              <a:tabLst>
                <a:tab pos="4229100" algn="ctr"/>
              </a:tabLst>
            </a:pPr>
            <a:r>
              <a:rPr lang="en-US" sz="1800" dirty="0">
                <a:latin typeface="Aparajita" panose="02020603050405020304" pitchFamily="18" charset="0"/>
                <a:ea typeface="+mn-lt"/>
                <a:cs typeface="Aparajita" panose="02020603050405020304" pitchFamily="18" charset="0"/>
              </a:rPr>
              <a:t>System Architecture</a:t>
            </a:r>
          </a:p>
          <a:p>
            <a:pPr marL="285750" indent="-285750">
              <a:spcAft>
                <a:spcPts val="800"/>
              </a:spcAft>
              <a:buFont typeface="Arial" panose="020B0604020202020204" pitchFamily="34" charset="0"/>
              <a:buChar char="•"/>
              <a:tabLst>
                <a:tab pos="4229100" algn="ctr"/>
              </a:tabLst>
            </a:pPr>
            <a:r>
              <a:rPr lang="en-US" sz="1800" dirty="0">
                <a:latin typeface="Aparajita" panose="02020603050405020304" pitchFamily="18" charset="0"/>
                <a:ea typeface="+mn-lt"/>
                <a:cs typeface="Aparajita" panose="02020603050405020304" pitchFamily="18" charset="0"/>
              </a:rPr>
              <a:t>Live Demo of the Project</a:t>
            </a:r>
          </a:p>
          <a:p>
            <a:pPr marL="285750" indent="-285750">
              <a:spcAft>
                <a:spcPts val="800"/>
              </a:spcAft>
              <a:buFont typeface="Arial" panose="020B0604020202020204" pitchFamily="34" charset="0"/>
              <a:buChar char="•"/>
              <a:tabLst>
                <a:tab pos="4229100" algn="ctr"/>
              </a:tabLst>
            </a:pPr>
            <a:r>
              <a:rPr lang="en-US" sz="1800" dirty="0">
                <a:latin typeface="Aparajita" panose="02020603050405020304" pitchFamily="18" charset="0"/>
                <a:ea typeface="+mn-lt"/>
                <a:cs typeface="Aparajita" panose="02020603050405020304" pitchFamily="18" charset="0"/>
              </a:rPr>
              <a:t>Embedded Video of Project</a:t>
            </a:r>
          </a:p>
          <a:p>
            <a:pPr marL="285750" indent="-285750">
              <a:spcAft>
                <a:spcPts val="800"/>
              </a:spcAft>
              <a:buFont typeface="Arial" panose="020B0604020202020204" pitchFamily="34" charset="0"/>
              <a:buChar char="•"/>
              <a:tabLst>
                <a:tab pos="4229100" algn="ctr"/>
              </a:tabLst>
            </a:pPr>
            <a:r>
              <a:rPr lang="en-IN" sz="1800" dirty="0">
                <a:latin typeface="Aparajita" panose="02020603050405020304" pitchFamily="18" charset="0"/>
                <a:ea typeface="+mn-lt"/>
                <a:cs typeface="Aparajita" panose="02020603050405020304" pitchFamily="18" charset="0"/>
              </a:rPr>
              <a:t>Conclusion</a:t>
            </a:r>
          </a:p>
          <a:p>
            <a:pPr marL="285750" indent="-285750">
              <a:spcAft>
                <a:spcPts val="800"/>
              </a:spcAft>
              <a:buFont typeface="Arial" panose="020B0604020202020204" pitchFamily="34" charset="0"/>
              <a:buChar char="•"/>
              <a:tabLst>
                <a:tab pos="4229100" algn="ctr"/>
              </a:tabLst>
            </a:pPr>
            <a:r>
              <a:rPr lang="en-US" sz="1800" dirty="0">
                <a:latin typeface="Aparajita" panose="02020603050405020304" pitchFamily="18" charset="0"/>
                <a:ea typeface="+mn-lt"/>
                <a:cs typeface="Aparajita" panose="02020603050405020304" pitchFamily="18"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extLst>
              <a:ext uri="{BEBA8EAE-BF5A-486C-A8C5-ECC9F3942E4B}">
                <a14:imgProps xmlns:a14="http://schemas.microsoft.com/office/drawing/2010/main">
                  <a14:imgLayer r:embed="rId5">
                    <a14:imgEffect>
                      <a14:artisticTexturizer/>
                    </a14:imgEffect>
                  </a14:imgLayer>
                </a14:imgProps>
              </a:ext>
            </a:extLst>
          </a:blip>
          <a:srcRect l="25250" t="7320" r="18976" b="28715"/>
          <a:stretch>
            <a:fillRect/>
          </a:stretch>
        </p:blipFill>
        <p:spPr>
          <a:xfrm>
            <a:off x="5378824" y="1034325"/>
            <a:ext cx="2868706" cy="3290047"/>
          </a:xfrm>
          <a:prstGeom prst="rect">
            <a:avLst/>
          </a:prstGeom>
          <a:effectLst>
            <a:innerShdw blurRad="63500" dist="50800" dir="16200000">
              <a:prstClr val="black">
                <a:alpha val="50000"/>
              </a:prstClr>
            </a:innerShdw>
          </a:effectLst>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5720" y="530708"/>
            <a:ext cx="8343553"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2" name="Freeform 28">
            <a:extLst>
              <a:ext uri="{FF2B5EF4-FFF2-40B4-BE49-F238E27FC236}">
                <a16:creationId xmlns:a16="http://schemas.microsoft.com/office/drawing/2014/main" id="{AA7F05EE-340D-A58A-BAD0-FB0660B2D339}"/>
              </a:ext>
            </a:extLst>
          </p:cNvPr>
          <p:cNvSpPr/>
          <p:nvPr/>
        </p:nvSpPr>
        <p:spPr>
          <a:xfrm>
            <a:off x="6086612" y="975447"/>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152400" dist="317500" dir="5400000" sx="90000" sy="-19000" rotWithShape="0">
              <a:prstClr val="black">
                <a:alpha val="15000"/>
              </a:prstClr>
            </a:outerShdw>
          </a:effectLst>
        </p:spPr>
        <p:txBody>
          <a:bodyPr/>
          <a:lstStyle/>
          <a:p>
            <a:endParaRPr lang="en-US"/>
          </a:p>
        </p:txBody>
      </p:sp>
      <p:sp>
        <p:nvSpPr>
          <p:cNvPr id="3" name="Rectangle 1">
            <a:extLst>
              <a:ext uri="{FF2B5EF4-FFF2-40B4-BE49-F238E27FC236}">
                <a16:creationId xmlns:a16="http://schemas.microsoft.com/office/drawing/2014/main" id="{B256BEBA-610F-BBC2-8B0A-398D3DEB6A25}"/>
              </a:ext>
            </a:extLst>
          </p:cNvPr>
          <p:cNvSpPr>
            <a:spLocks noChangeArrowheads="1"/>
          </p:cNvSpPr>
          <p:nvPr/>
        </p:nvSpPr>
        <p:spPr bwMode="auto">
          <a:xfrm>
            <a:off x="157555" y="1242639"/>
            <a:ext cx="5799667" cy="3370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parajita" panose="02020603050405020304" pitchFamily="18" charset="0"/>
                <a:cs typeface="Aparajita" panose="02020603050405020304" pitchFamily="18" charset="0"/>
              </a:rPr>
              <a:t>Goal:</a:t>
            </a:r>
            <a:r>
              <a:rPr kumimoji="0" lang="en-US" altLang="en-US" sz="1800" b="0" i="0" u="none" strike="noStrike" cap="none" normalizeH="0" baseline="0" dirty="0">
                <a:ln>
                  <a:noFill/>
                </a:ln>
                <a:solidFill>
                  <a:schemeClr val="tx1"/>
                </a:solidFill>
                <a:effectLst/>
                <a:latin typeface="Aparajita" panose="02020603050405020304" pitchFamily="18" charset="0"/>
                <a:cs typeface="Aparajita" panose="02020603050405020304" pitchFamily="18" charset="0"/>
              </a:rPr>
              <a:t> Quantify the "Academic ROI" of institutional resources by linking spending to exam performance.</a:t>
            </a:r>
          </a:p>
          <a:p>
            <a:pPr marR="0" lvl="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parajita" panose="02020603050405020304" pitchFamily="18" charset="0"/>
              <a:cs typeface="Aparajita"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parajita" panose="02020603050405020304" pitchFamily="18" charset="0"/>
                <a:cs typeface="Aparajita" panose="02020603050405020304" pitchFamily="18" charset="0"/>
              </a:rPr>
              <a:t>Tech Stack:</a:t>
            </a:r>
            <a:r>
              <a:rPr kumimoji="0" lang="en-US" altLang="en-US" sz="1800" b="0" i="0" u="none" strike="noStrike" cap="none" normalizeH="0" baseline="0" dirty="0">
                <a:ln>
                  <a:noFill/>
                </a:ln>
                <a:solidFill>
                  <a:schemeClr val="tx1"/>
                </a:solidFill>
                <a:effectLst/>
                <a:latin typeface="Aparajita" panose="02020603050405020304" pitchFamily="18" charset="0"/>
                <a:cs typeface="Aparajita" panose="02020603050405020304" pitchFamily="18" charset="0"/>
              </a:rPr>
              <a:t> Built using Excel, Power BI, and Microsoft Copilot Studio.</a:t>
            </a:r>
          </a:p>
          <a:p>
            <a:pPr marR="0" lvl="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parajita" panose="02020603050405020304" pitchFamily="18" charset="0"/>
              <a:cs typeface="Aparajita"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parajita" panose="02020603050405020304" pitchFamily="18" charset="0"/>
                <a:cs typeface="Aparajita" panose="02020603050405020304" pitchFamily="18" charset="0"/>
              </a:rPr>
              <a:t>Core Deliverable:</a:t>
            </a:r>
            <a:r>
              <a:rPr kumimoji="0" lang="en-US" altLang="en-US" sz="1800" b="0" i="0" u="none" strike="noStrike" cap="none" normalizeH="0" baseline="0" dirty="0">
                <a:ln>
                  <a:noFill/>
                </a:ln>
                <a:solidFill>
                  <a:schemeClr val="tx1"/>
                </a:solidFill>
                <a:effectLst/>
                <a:latin typeface="Aparajita" panose="02020603050405020304" pitchFamily="18" charset="0"/>
                <a:cs typeface="Aparajita" panose="02020603050405020304" pitchFamily="18" charset="0"/>
              </a:rPr>
              <a:t> An interactive ROI Dashboard + "Edu-Advisor" AI Chatbot for natural language querying.</a:t>
            </a:r>
          </a:p>
          <a:p>
            <a:pPr marR="0" lvl="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parajita" panose="02020603050405020304" pitchFamily="18" charset="0"/>
              <a:cs typeface="Aparajita"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parajita" panose="02020603050405020304" pitchFamily="18" charset="0"/>
                <a:cs typeface="Aparajita" panose="02020603050405020304" pitchFamily="18" charset="0"/>
              </a:rPr>
              <a:t>The "Smart" Edge:</a:t>
            </a:r>
            <a:r>
              <a:rPr kumimoji="0" lang="en-US" altLang="en-US" sz="1800" b="0" i="0" u="none" strike="noStrike" cap="none" normalizeH="0" baseline="0" dirty="0">
                <a:ln>
                  <a:noFill/>
                </a:ln>
                <a:solidFill>
                  <a:schemeClr val="tx1"/>
                </a:solidFill>
                <a:effectLst/>
                <a:latin typeface="Aparajita" panose="02020603050405020304" pitchFamily="18" charset="0"/>
                <a:cs typeface="Aparajita" panose="02020603050405020304" pitchFamily="18" charset="0"/>
              </a:rPr>
              <a:t> Converts 6,500+ static records into a real-time, AI-driven decision engine.</a:t>
            </a:r>
          </a:p>
          <a:p>
            <a:pPr marR="0" lvl="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parajita" panose="02020603050405020304" pitchFamily="18" charset="0"/>
              <a:cs typeface="Aparajita" panose="02020603050405020304" pitchFamily="18" charset="0"/>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2" name="Rectangle 1">
            <a:extLst>
              <a:ext uri="{FF2B5EF4-FFF2-40B4-BE49-F238E27FC236}">
                <a16:creationId xmlns:a16="http://schemas.microsoft.com/office/drawing/2014/main" id="{37883CF3-B44F-4EB2-ED84-1E396BFC0198}"/>
              </a:ext>
            </a:extLst>
          </p:cNvPr>
          <p:cNvSpPr>
            <a:spLocks noChangeArrowheads="1"/>
          </p:cNvSpPr>
          <p:nvPr/>
        </p:nvSpPr>
        <p:spPr bwMode="auto">
          <a:xfrm>
            <a:off x="218595" y="2033968"/>
            <a:ext cx="445137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fontAlgn="base">
              <a:lnSpc>
                <a:spcPct val="100000"/>
              </a:lnSpc>
              <a:spcBef>
                <a:spcPct val="0"/>
              </a:spcBef>
              <a:spcAft>
                <a:spcPts val="800"/>
              </a:spcAft>
              <a:buClrTx/>
              <a:buSzTx/>
              <a:tabLst>
                <a:tab pos="4229100" algn="ctr"/>
              </a:tabLst>
            </a:pPr>
            <a:r>
              <a:rPr lang="en-US" dirty="0">
                <a:latin typeface="Aparajita" panose="02020603050405020304" pitchFamily="18" charset="0"/>
                <a:cs typeface="Aparajita" panose="02020603050405020304" pitchFamily="18" charset="0"/>
              </a:rPr>
              <a:t>Educational institutions lack a measurable framework to track the actual "Academic ROI" of their expenditures, leaving critical success drivers trapped in static spreadsheets and leading to misallocated funding</a:t>
            </a:r>
            <a:r>
              <a:rPr lang="en-US" dirty="0"/>
              <a:t>.</a:t>
            </a:r>
            <a:endParaRPr lang="en-US" altLang="en-US" dirty="0">
              <a:latin typeface="Lato" panose="020F0502020204030203" pitchFamily="34" charset="0"/>
              <a:cs typeface="Arial" panose="020B0604020202020204" pitchFamily="34" charset="0"/>
            </a:endParaRPr>
          </a:p>
        </p:txBody>
      </p:sp>
      <p:pic>
        <p:nvPicPr>
          <p:cNvPr id="2050" name="Picture 2">
            <a:extLst>
              <a:ext uri="{FF2B5EF4-FFF2-40B4-BE49-F238E27FC236}">
                <a16:creationId xmlns:a16="http://schemas.microsoft.com/office/drawing/2014/main" id="{EE032DF0-DEFD-0C7C-2348-E7F4410838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3055" y="1158940"/>
            <a:ext cx="3373274" cy="3373274"/>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3"/>
            <a:ext cx="4416154"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sp>
        <p:nvSpPr>
          <p:cNvPr id="2" name="Rectangle 1">
            <a:extLst>
              <a:ext uri="{FF2B5EF4-FFF2-40B4-BE49-F238E27FC236}">
                <a16:creationId xmlns:a16="http://schemas.microsoft.com/office/drawing/2014/main" id="{6BE99B1F-4401-D1AF-44A0-7D7233EAB756}"/>
              </a:ext>
            </a:extLst>
          </p:cNvPr>
          <p:cNvSpPr>
            <a:spLocks noChangeArrowheads="1"/>
          </p:cNvSpPr>
          <p:nvPr/>
        </p:nvSpPr>
        <p:spPr bwMode="auto">
          <a:xfrm>
            <a:off x="0" y="1520575"/>
            <a:ext cx="5242559" cy="2846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228600" marR="0" lvl="0" indent="-228600" algn="just" fontAlgn="base">
              <a:lnSpc>
                <a:spcPct val="100000"/>
              </a:lnSpc>
              <a:spcBef>
                <a:spcPct val="0"/>
              </a:spcBef>
              <a:spcAft>
                <a:spcPts val="800"/>
              </a:spcAft>
              <a:buClrTx/>
              <a:buSzTx/>
              <a:buFont typeface="Arial" panose="020B0604020202020204" pitchFamily="34" charset="0"/>
              <a:buChar char="•"/>
              <a:tabLst>
                <a:tab pos="4229100" algn="ctr"/>
              </a:tabLst>
            </a:pPr>
            <a:r>
              <a:rPr lang="en-US" altLang="en-US" dirty="0">
                <a:latin typeface="Aparajita" panose="02020603050405020304" pitchFamily="18" charset="0"/>
                <a:cs typeface="Aparajita" panose="02020603050405020304" pitchFamily="18" charset="0"/>
              </a:rPr>
              <a:t>The Core Strategy: Transition the institution from "guesswork budgeting" to a measurable, data-driven funding model that tracks actual "Academic ROI".</a:t>
            </a:r>
          </a:p>
          <a:p>
            <a:pPr marR="0" lvl="0" algn="just" fontAlgn="base">
              <a:lnSpc>
                <a:spcPct val="100000"/>
              </a:lnSpc>
              <a:spcBef>
                <a:spcPct val="0"/>
              </a:spcBef>
              <a:spcAft>
                <a:spcPts val="800"/>
              </a:spcAft>
              <a:buClrTx/>
              <a:buSzTx/>
              <a:tabLst>
                <a:tab pos="4229100" algn="ctr"/>
              </a:tabLst>
            </a:pPr>
            <a:endParaRPr lang="en-US" altLang="en-US" dirty="0">
              <a:latin typeface="Aparajita" panose="02020603050405020304" pitchFamily="18" charset="0"/>
              <a:cs typeface="Aparajita" panose="02020603050405020304" pitchFamily="18" charset="0"/>
            </a:endParaRPr>
          </a:p>
          <a:p>
            <a:pPr marL="228600" marR="0" lvl="0" indent="-228600" algn="just" fontAlgn="base">
              <a:lnSpc>
                <a:spcPct val="100000"/>
              </a:lnSpc>
              <a:spcBef>
                <a:spcPct val="0"/>
              </a:spcBef>
              <a:spcAft>
                <a:spcPts val="800"/>
              </a:spcAft>
              <a:buClrTx/>
              <a:buSzTx/>
              <a:buFont typeface="Arial" panose="020B0604020202020204" pitchFamily="34" charset="0"/>
              <a:buChar char="•"/>
              <a:tabLst>
                <a:tab pos="4229100" algn="ctr"/>
              </a:tabLst>
            </a:pPr>
            <a:r>
              <a:rPr lang="en-US" altLang="en-US" dirty="0">
                <a:latin typeface="Aparajita" panose="02020603050405020304" pitchFamily="18" charset="0"/>
                <a:cs typeface="Aparajita" panose="02020603050405020304" pitchFamily="18" charset="0"/>
              </a:rPr>
              <a:t>How It Works: It audits historical student performance against institutional expenditures to isolate the true drivers of academic success. It also uses DAX measures for Analysis. DAX measures are identified with the help of AI.</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074" name="Picture 2" descr="DAX Power BI: What it is, Features, and Functions">
            <a:extLst>
              <a:ext uri="{FF2B5EF4-FFF2-40B4-BE49-F238E27FC236}">
                <a16:creationId xmlns:a16="http://schemas.microsoft.com/office/drawing/2014/main" id="{F51944DA-EE71-1EC4-D07B-C955C9977C0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760" b="6129"/>
          <a:stretch>
            <a:fillRect/>
          </a:stretch>
        </p:blipFill>
        <p:spPr bwMode="auto">
          <a:xfrm>
            <a:off x="5610329" y="778135"/>
            <a:ext cx="2965437" cy="170334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3076" name="Picture 4" descr="Microsoft CEO Satya Nadella Reveals 5 ...">
            <a:extLst>
              <a:ext uri="{FF2B5EF4-FFF2-40B4-BE49-F238E27FC236}">
                <a16:creationId xmlns:a16="http://schemas.microsoft.com/office/drawing/2014/main" id="{B2CF8982-F8DD-62CA-3FF3-5CACBF4E5B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2086" y="3178994"/>
            <a:ext cx="2933680" cy="15144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364AA7-087A-2108-A51A-60C738B2A3A2}"/>
              </a:ext>
            </a:extLst>
          </p:cNvPr>
          <p:cNvSpPr txBox="1"/>
          <p:nvPr/>
        </p:nvSpPr>
        <p:spPr>
          <a:xfrm>
            <a:off x="163286" y="589982"/>
            <a:ext cx="5460274" cy="3611245"/>
          </a:xfrm>
          <a:prstGeom prst="rect">
            <a:avLst/>
          </a:prstGeom>
          <a:noFill/>
        </p:spPr>
        <p:txBody>
          <a:bodyPr wrap="square">
            <a:spAutoFit/>
          </a:bodyPr>
          <a:lstStyle/>
          <a:p>
            <a:pPr marR="0" lvl="0" fontAlgn="base">
              <a:lnSpc>
                <a:spcPct val="100000"/>
              </a:lnSpc>
              <a:spcBef>
                <a:spcPct val="0"/>
              </a:spcBef>
              <a:spcAft>
                <a:spcPts val="800"/>
              </a:spcAft>
              <a:buClrTx/>
              <a:buSzTx/>
              <a:tabLst>
                <a:tab pos="4229100" algn="ctr"/>
              </a:tabLst>
            </a:pPr>
            <a:r>
              <a:rPr lang="en-US" altLang="en-US" sz="2000" b="1" dirty="0">
                <a:solidFill>
                  <a:srgbClr val="1B3A8A"/>
                </a:solidFill>
                <a:latin typeface="Lato" panose="020F0502020204030203" pitchFamily="34" charset="0"/>
                <a:ea typeface="Calibri" pitchFamily="34" charset="-122"/>
                <a:cs typeface="Arial" panose="020B0604020202020204" pitchFamily="34" charset="0"/>
              </a:rPr>
              <a:t>The Business Impact:</a:t>
            </a:r>
          </a:p>
          <a:p>
            <a:pPr marR="0" lvl="0" fontAlgn="base">
              <a:lnSpc>
                <a:spcPct val="100000"/>
              </a:lnSpc>
              <a:spcBef>
                <a:spcPct val="0"/>
              </a:spcBef>
              <a:spcAft>
                <a:spcPts val="800"/>
              </a:spcAft>
              <a:buClrTx/>
              <a:buSzTx/>
              <a:tabLst>
                <a:tab pos="4229100" algn="ctr"/>
              </a:tabLst>
            </a:pPr>
            <a:endParaRPr lang="en-US" altLang="en-US" sz="2000" b="1" dirty="0">
              <a:solidFill>
                <a:srgbClr val="1B3A8A"/>
              </a:solidFill>
              <a:latin typeface="Lato" panose="020F0502020204030203" pitchFamily="34" charset="0"/>
              <a:ea typeface="Calibri" pitchFamily="34" charset="-122"/>
              <a:cs typeface="Arial" panose="020B0604020202020204" pitchFamily="34" charset="0"/>
            </a:endParaRPr>
          </a:p>
          <a:p>
            <a:pPr marL="228600" marR="0" lvl="0" indent="-228600" algn="just" fontAlgn="base">
              <a:lnSpc>
                <a:spcPct val="100000"/>
              </a:lnSpc>
              <a:spcBef>
                <a:spcPct val="0"/>
              </a:spcBef>
              <a:spcAft>
                <a:spcPts val="800"/>
              </a:spcAft>
              <a:buClrTx/>
              <a:buSzTx/>
              <a:buFont typeface="Arial" panose="020B0604020202020204" pitchFamily="34" charset="0"/>
              <a:buChar char="•"/>
              <a:tabLst>
                <a:tab pos="4229100" algn="ctr"/>
              </a:tabLst>
            </a:pPr>
            <a:r>
              <a:rPr lang="en-US" altLang="en-US" dirty="0">
                <a:latin typeface="Aparajita" panose="02020603050405020304" pitchFamily="18" charset="0"/>
                <a:cs typeface="Aparajita" panose="02020603050405020304" pitchFamily="18" charset="0"/>
              </a:rPr>
              <a:t>Eliminates Wasted Capital: Replaces the inefficient "one-size-fits-all" spending approach with targeted, demographic-specific interventions.</a:t>
            </a:r>
          </a:p>
          <a:p>
            <a:pPr marL="228600" marR="0" lvl="0" indent="-228600" algn="just" fontAlgn="base">
              <a:lnSpc>
                <a:spcPct val="100000"/>
              </a:lnSpc>
              <a:spcBef>
                <a:spcPct val="0"/>
              </a:spcBef>
              <a:spcAft>
                <a:spcPts val="800"/>
              </a:spcAft>
              <a:buClrTx/>
              <a:buSzTx/>
              <a:buFont typeface="Arial" panose="020B0604020202020204" pitchFamily="34" charset="0"/>
              <a:buChar char="•"/>
              <a:tabLst>
                <a:tab pos="4229100" algn="ctr"/>
              </a:tabLst>
            </a:pPr>
            <a:r>
              <a:rPr lang="en-US" altLang="en-US" dirty="0">
                <a:latin typeface="Aparajita" panose="02020603050405020304" pitchFamily="18" charset="0"/>
                <a:cs typeface="Aparajita" panose="02020603050405020304" pitchFamily="18" charset="0"/>
              </a:rPr>
              <a:t>Strategic Prioritization: Delivers an "Investment Prioritization Matrix" that guides school boards on exactly where to allocate funds first for the highest academic yield.</a:t>
            </a:r>
          </a:p>
          <a:p>
            <a:pPr marL="228600" marR="0" lvl="0" indent="-228600" algn="just" fontAlgn="base">
              <a:lnSpc>
                <a:spcPct val="100000"/>
              </a:lnSpc>
              <a:spcBef>
                <a:spcPct val="0"/>
              </a:spcBef>
              <a:spcAft>
                <a:spcPts val="800"/>
              </a:spcAft>
              <a:buClrTx/>
              <a:buSzTx/>
              <a:buFont typeface="Arial" panose="020B0604020202020204" pitchFamily="34" charset="0"/>
              <a:buChar char="•"/>
              <a:tabLst>
                <a:tab pos="4229100" algn="ctr"/>
              </a:tabLst>
            </a:pPr>
            <a:r>
              <a:rPr lang="en-US" altLang="en-US" dirty="0">
                <a:latin typeface="Aparajita" panose="02020603050405020304" pitchFamily="18" charset="0"/>
                <a:cs typeface="Aparajita" panose="02020603050405020304" pitchFamily="18" charset="0"/>
              </a:rPr>
              <a:t>Executive Agility: Transforms static spreadsheets into an interactive executive dashboard for real-time tracking (with the option to layer on an AI-query assistant for non-technical staff).</a:t>
            </a:r>
          </a:p>
        </p:txBody>
      </p:sp>
      <p:graphicFrame>
        <p:nvGraphicFramePr>
          <p:cNvPr id="2" name="Diagram 1">
            <a:extLst>
              <a:ext uri="{FF2B5EF4-FFF2-40B4-BE49-F238E27FC236}">
                <a16:creationId xmlns:a16="http://schemas.microsoft.com/office/drawing/2014/main" id="{5A3DAAFD-4360-307C-634C-8C551CF3A94C}"/>
              </a:ext>
            </a:extLst>
          </p:cNvPr>
          <p:cNvGraphicFramePr/>
          <p:nvPr>
            <p:extLst>
              <p:ext uri="{D42A27DB-BD31-4B8C-83A1-F6EECF244321}">
                <p14:modId xmlns:p14="http://schemas.microsoft.com/office/powerpoint/2010/main" val="3819476115"/>
              </p:ext>
            </p:extLst>
          </p:nvPr>
        </p:nvGraphicFramePr>
        <p:xfrm>
          <a:off x="5528007" y="1016802"/>
          <a:ext cx="3452707" cy="31700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52518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39542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graphicFrame>
        <p:nvGraphicFramePr>
          <p:cNvPr id="5" name="Diagram 4">
            <a:extLst>
              <a:ext uri="{FF2B5EF4-FFF2-40B4-BE49-F238E27FC236}">
                <a16:creationId xmlns:a16="http://schemas.microsoft.com/office/drawing/2014/main" id="{CEB7ACCE-80F0-2B84-3AD9-423A83F3AFB6}"/>
              </a:ext>
            </a:extLst>
          </p:cNvPr>
          <p:cNvGraphicFramePr/>
          <p:nvPr>
            <p:extLst>
              <p:ext uri="{D42A27DB-BD31-4B8C-83A1-F6EECF244321}">
                <p14:modId xmlns:p14="http://schemas.microsoft.com/office/powerpoint/2010/main" val="3141012938"/>
              </p:ext>
            </p:extLst>
          </p:nvPr>
        </p:nvGraphicFramePr>
        <p:xfrm>
          <a:off x="658923" y="1188569"/>
          <a:ext cx="7826154" cy="324395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Aparajita" panose="02020603050405020304" pitchFamily="18" charset="0"/>
                <a:ea typeface="Calibri" pitchFamily="34" charset="-122"/>
                <a:cs typeface="Aparajita" panose="02020603050405020304" pitchFamily="18" charset="0"/>
              </a:rPr>
              <a:t>Here's the list of some demo screenshots / features of the project:</a:t>
            </a:r>
            <a:endParaRPr lang="en-US" dirty="0">
              <a:latin typeface="Aparajita" panose="02020603050405020304" pitchFamily="18" charset="0"/>
              <a:cs typeface="Aparajita" panose="02020603050405020304" pitchFamily="18"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74320" y="2196877"/>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pPr algn="ctr"/>
            <a:endParaRPr lang="en-IN" sz="1600" b="1" dirty="0">
              <a:latin typeface="Lato" panose="020F0502020204030203" pitchFamily="34" charset="0"/>
              <a:ea typeface="Calibri" pitchFamily="34" charset="-122"/>
              <a:cs typeface="Arial" panose="020B0604020202020204" pitchFamily="34" charset="0"/>
            </a:endParaRPr>
          </a:p>
          <a:p>
            <a:pPr algn="ctr"/>
            <a:r>
              <a:rPr lang="en-IN" sz="1600" b="1" dirty="0" err="1">
                <a:latin typeface="Aparajita" panose="02020603050405020304" pitchFamily="18" charset="0"/>
                <a:ea typeface="Calibri" pitchFamily="34" charset="-122"/>
                <a:cs typeface="Aparajita" panose="02020603050405020304" pitchFamily="18" charset="0"/>
              </a:rPr>
              <a:t>Github</a:t>
            </a:r>
            <a:r>
              <a:rPr lang="en-IN" sz="1600" b="1" dirty="0">
                <a:latin typeface="Aparajita" panose="02020603050405020304" pitchFamily="18" charset="0"/>
                <a:ea typeface="Calibri" pitchFamily="34" charset="-122"/>
                <a:cs typeface="Aparajita" panose="02020603050405020304" pitchFamily="18" charset="0"/>
              </a:rPr>
              <a:t> Repo Link</a:t>
            </a: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algn="ctr"/>
            <a:r>
              <a:rPr lang="en-US" sz="1600" dirty="0">
                <a:latin typeface="Aparajita" panose="02020603050405020304" pitchFamily="18" charset="0"/>
                <a:cs typeface="Aparajita" panose="02020603050405020304" pitchFamily="18" charset="0"/>
                <a:hlinkClick r:id="rId4"/>
              </a:rPr>
              <a:t>https://github.com/maheshwaridiya/AICW-PROJECT</a:t>
            </a:r>
            <a:endParaRPr lang="en-US" sz="1600" dirty="0">
              <a:latin typeface="Aparajita" panose="02020603050405020304" pitchFamily="18" charset="0"/>
              <a:cs typeface="Aparajita" panose="02020603050405020304" pitchFamily="18"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b="1" dirty="0">
                <a:latin typeface="Aparajita" panose="02020603050405020304" pitchFamily="18" charset="0"/>
                <a:ea typeface="Calibri" pitchFamily="34" charset="-122"/>
                <a:cs typeface="Aparajita" panose="02020603050405020304" pitchFamily="18" charset="0"/>
              </a:rPr>
              <a:t>Video Presentation</a:t>
            </a:r>
            <a:endParaRPr lang="en-US" sz="1600" dirty="0">
              <a:latin typeface="Aparajita" panose="02020603050405020304" pitchFamily="18" charset="0"/>
              <a:cs typeface="Aparajita" panose="02020603050405020304" pitchFamily="18" charset="0"/>
            </a:endParaRPr>
          </a:p>
        </p:txBody>
      </p:sp>
      <p:sp>
        <p:nvSpPr>
          <p:cNvPr id="16" name="Text 14"/>
          <p:cNvSpPr/>
          <p:nvPr/>
        </p:nvSpPr>
        <p:spPr>
          <a:xfrm>
            <a:off x="3355848" y="2919838"/>
            <a:ext cx="2514600" cy="1371600"/>
          </a:xfrm>
          <a:prstGeom prst="rect">
            <a:avLst/>
          </a:prstGeom>
          <a:noFill/>
          <a:ln/>
        </p:spPr>
        <p:txBody>
          <a:bodyPr wrap="square" rtlCol="0" anchor="ctr"/>
          <a:lstStyle/>
          <a:p>
            <a:pPr algn="ctr"/>
            <a:r>
              <a:rPr lang="en-US" sz="1600" dirty="0">
                <a:latin typeface="Aparajita" panose="02020603050405020304" pitchFamily="18" charset="0"/>
                <a:ea typeface="Calibri" pitchFamily="34" charset="-122"/>
                <a:cs typeface="Aparajita" panose="02020603050405020304" pitchFamily="18" charset="0"/>
                <a:hlinkClick r:id="rId5"/>
              </a:rPr>
              <a:t>https://youtu.be/YoWYBQZYdwY</a:t>
            </a:r>
            <a:endParaRPr lang="en-US" sz="1600" dirty="0">
              <a:latin typeface="Aparajita" panose="02020603050405020304" pitchFamily="18" charset="0"/>
              <a:cs typeface="Aparajita" panose="02020603050405020304" pitchFamily="18"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Aparajita" panose="02020603050405020304" pitchFamily="18" charset="0"/>
                <a:ea typeface="Calibri" pitchFamily="34" charset="-122"/>
                <a:cs typeface="Aparajita" panose="02020603050405020304" pitchFamily="18" charset="0"/>
              </a:rPr>
              <a:t>Screenshot of chatbot</a:t>
            </a:r>
            <a:endParaRPr lang="en-US" sz="1600" dirty="0">
              <a:latin typeface="Aparajita" panose="02020603050405020304" pitchFamily="18" charset="0"/>
              <a:cs typeface="Aparajita" panose="02020603050405020304" pitchFamily="18"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pic>
        <p:nvPicPr>
          <p:cNvPr id="5" name="Picture 4">
            <a:extLst>
              <a:ext uri="{FF2B5EF4-FFF2-40B4-BE49-F238E27FC236}">
                <a16:creationId xmlns:a16="http://schemas.microsoft.com/office/drawing/2014/main" id="{725F74F2-AAD7-E03F-7C9B-3D6322057029}"/>
              </a:ext>
            </a:extLst>
          </p:cNvPr>
          <p:cNvPicPr>
            <a:picLocks noChangeAspect="1"/>
          </p:cNvPicPr>
          <p:nvPr/>
        </p:nvPicPr>
        <p:blipFill>
          <a:blip r:embed="rId6"/>
          <a:stretch>
            <a:fillRect/>
          </a:stretch>
        </p:blipFill>
        <p:spPr>
          <a:xfrm>
            <a:off x="6841030" y="2825282"/>
            <a:ext cx="1631900" cy="1781845"/>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437624"/>
            <a:ext cx="5252541" cy="3474720"/>
          </a:xfrm>
          <a:prstGeom prst="rect">
            <a:avLst/>
          </a:prstGeom>
          <a:noFill/>
          <a:ln/>
        </p:spPr>
        <p:txBody>
          <a:bodyPr wrap="square" rtlCol="0" anchor="t"/>
          <a:lstStyle/>
          <a:p>
            <a:pPr marL="0" indent="0" algn="just">
              <a:buNone/>
            </a:pPr>
            <a:r>
              <a:rPr lang="en-US" b="1" dirty="0">
                <a:solidFill>
                  <a:srgbClr val="1A1A2E"/>
                </a:solidFill>
                <a:latin typeface="Aparajita" panose="02020603050405020304" pitchFamily="18" charset="0"/>
                <a:ea typeface="Calibri" pitchFamily="34" charset="-122"/>
                <a:cs typeface="Aparajita" panose="02020603050405020304" pitchFamily="18" charset="0"/>
              </a:rPr>
              <a:t>Accomplishment</a:t>
            </a:r>
            <a:r>
              <a:rPr lang="en-US" dirty="0">
                <a:solidFill>
                  <a:srgbClr val="1A1A2E"/>
                </a:solidFill>
                <a:latin typeface="Aparajita" panose="02020603050405020304" pitchFamily="18" charset="0"/>
                <a:ea typeface="Calibri" pitchFamily="34" charset="-122"/>
                <a:cs typeface="Aparajita" panose="02020603050405020304" pitchFamily="18" charset="0"/>
              </a:rPr>
              <a:t>: Built a full Business Intelligence pipeline from raw data to advanced visualization.</a:t>
            </a:r>
          </a:p>
          <a:p>
            <a:pPr marL="0" indent="0" algn="just">
              <a:buNone/>
            </a:pPr>
            <a:r>
              <a:rPr lang="en-US" b="1" dirty="0">
                <a:solidFill>
                  <a:srgbClr val="1A1A2E"/>
                </a:solidFill>
                <a:latin typeface="Aparajita" panose="02020603050405020304" pitchFamily="18" charset="0"/>
                <a:ea typeface="Calibri" pitchFamily="34" charset="-122"/>
                <a:cs typeface="Aparajita" panose="02020603050405020304" pitchFamily="18" charset="0"/>
              </a:rPr>
              <a:t>Key Findings</a:t>
            </a:r>
            <a:r>
              <a:rPr lang="en-US" dirty="0">
                <a:solidFill>
                  <a:srgbClr val="1A1A2E"/>
                </a:solidFill>
                <a:latin typeface="Aparajita" panose="02020603050405020304" pitchFamily="18" charset="0"/>
                <a:ea typeface="Calibri" pitchFamily="34" charset="-122"/>
                <a:cs typeface="Aparajita" panose="02020603050405020304" pitchFamily="18" charset="0"/>
              </a:rPr>
              <a:t>: Successfully isolated the statistical drivers of performance from low-impact variables.</a:t>
            </a:r>
          </a:p>
          <a:p>
            <a:pPr marL="0" indent="0" algn="just">
              <a:buNone/>
            </a:pPr>
            <a:r>
              <a:rPr lang="en-US" b="1" dirty="0">
                <a:solidFill>
                  <a:srgbClr val="1A1A2E"/>
                </a:solidFill>
                <a:latin typeface="Aparajita" panose="02020603050405020304" pitchFamily="18" charset="0"/>
                <a:ea typeface="Calibri" pitchFamily="34" charset="-122"/>
                <a:cs typeface="Aparajita" panose="02020603050405020304" pitchFamily="18" charset="0"/>
              </a:rPr>
              <a:t>Objective Met</a:t>
            </a:r>
            <a:r>
              <a:rPr lang="en-US" dirty="0">
                <a:solidFill>
                  <a:srgbClr val="1A1A2E"/>
                </a:solidFill>
                <a:latin typeface="Aparajita" panose="02020603050405020304" pitchFamily="18" charset="0"/>
                <a:ea typeface="Calibri" pitchFamily="34" charset="-122"/>
                <a:cs typeface="Aparajita" panose="02020603050405020304" pitchFamily="18" charset="0"/>
              </a:rPr>
              <a:t>: Bridged complex analytics with intuitive Power BI dashboards and AI.</a:t>
            </a:r>
          </a:p>
          <a:p>
            <a:pPr marL="0" indent="0" algn="just">
              <a:buNone/>
            </a:pPr>
            <a:r>
              <a:rPr lang="en-US" b="1" dirty="0">
                <a:solidFill>
                  <a:srgbClr val="1A1A2E"/>
                </a:solidFill>
                <a:latin typeface="Aparajita" panose="02020603050405020304" pitchFamily="18" charset="0"/>
                <a:ea typeface="Calibri" pitchFamily="34" charset="-122"/>
                <a:cs typeface="Aparajita" panose="02020603050405020304" pitchFamily="18" charset="0"/>
              </a:rPr>
              <a:t>Final Impact</a:t>
            </a:r>
            <a:r>
              <a:rPr lang="en-US" dirty="0">
                <a:solidFill>
                  <a:srgbClr val="1A1A2E"/>
                </a:solidFill>
                <a:latin typeface="Aparajita" panose="02020603050405020304" pitchFamily="18" charset="0"/>
                <a:ea typeface="Calibri" pitchFamily="34" charset="-122"/>
                <a:cs typeface="Aparajita" panose="02020603050405020304" pitchFamily="18" charset="0"/>
              </a:rPr>
              <a:t>: Delivered an actionable, enterprise-grade tool to maximize academic yield per Rupee spent.</a:t>
            </a:r>
            <a:endParaRPr lang="en-US" dirty="0">
              <a:latin typeface="Aparajita" panose="02020603050405020304" pitchFamily="18" charset="0"/>
              <a:cs typeface="Aparajita" panose="02020603050405020304" pitchFamily="18"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5">
                <a:shade val="45000"/>
                <a:satMod val="135000"/>
              </a:schemeClr>
              <a:prstClr val="white"/>
            </a:duotone>
            <a:extLst>
              <a:ext uri="{BEBA8EAE-BF5A-486C-A8C5-ECC9F3942E4B}">
                <a14:imgProps xmlns:a14="http://schemas.microsoft.com/office/drawing/2010/main">
                  <a14:imgLayer r:embed="rId5">
                    <a14:imgEffect>
                      <a14:artisticGlowEdges/>
                    </a14:imgEffect>
                  </a14:imgLayer>
                </a14:imgProps>
              </a:ext>
            </a:extLst>
          </a:blip>
          <a:srcRect l="25397" t="26296" r="26825" b="29752"/>
          <a:stretch>
            <a:fillRect/>
          </a:stretch>
        </p:blipFill>
        <p:spPr>
          <a:xfrm>
            <a:off x="5303520" y="668285"/>
            <a:ext cx="3597456" cy="330935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55219"/>
            <a:ext cx="4114800"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40009" y="915658"/>
            <a:ext cx="4512365" cy="3384274"/>
          </a:xfrm>
          <a:prstGeom prst="rect">
            <a:avLst/>
          </a:prstGeom>
        </p:spPr>
      </p:pic>
      <p:sp>
        <p:nvSpPr>
          <p:cNvPr id="6" name="Rectangle 3">
            <a:extLst>
              <a:ext uri="{FF2B5EF4-FFF2-40B4-BE49-F238E27FC236}">
                <a16:creationId xmlns:a16="http://schemas.microsoft.com/office/drawing/2014/main" id="{2AAFBAB0-7830-10E0-8329-C5FDE534A5EC}"/>
              </a:ext>
            </a:extLst>
          </p:cNvPr>
          <p:cNvSpPr>
            <a:spLocks noChangeArrowheads="1"/>
          </p:cNvSpPr>
          <p:nvPr/>
        </p:nvSpPr>
        <p:spPr bwMode="auto">
          <a:xfrm>
            <a:off x="123248" y="1088521"/>
            <a:ext cx="4889019"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parajita" panose="02020603050405020304" pitchFamily="18" charset="0"/>
                <a:ea typeface="Lato" panose="020F0502020204030203" pitchFamily="34" charset="0"/>
                <a:cs typeface="Aparajita" panose="02020603050405020304" pitchFamily="18" charset="0"/>
              </a:rPr>
              <a:t>Live Integration:</a:t>
            </a:r>
            <a:r>
              <a:rPr kumimoji="0" lang="en-US" altLang="en-US" b="0" i="0" u="none" strike="noStrike" cap="none" normalizeH="0" baseline="0" dirty="0">
                <a:ln>
                  <a:noFill/>
                </a:ln>
                <a:solidFill>
                  <a:schemeClr val="tx1"/>
                </a:solidFill>
                <a:effectLst/>
                <a:latin typeface="Aparajita" panose="02020603050405020304" pitchFamily="18" charset="0"/>
                <a:ea typeface="Lato" panose="020F0502020204030203" pitchFamily="34" charset="0"/>
                <a:cs typeface="Aparajita" panose="02020603050405020304" pitchFamily="18" charset="0"/>
              </a:rPr>
              <a:t> Connect the Power BI model via API to live school management databases.</a:t>
            </a:r>
          </a:p>
          <a:p>
            <a:pPr marL="0" marR="0" lvl="0" indent="0" algn="just" defTabSz="914400" rtl="0" eaLnBrk="0" fontAlgn="base" latinLnBrk="0" hangingPunct="0">
              <a:spcBef>
                <a:spcPct val="0"/>
              </a:spcBef>
              <a:spcAft>
                <a:spcPct val="0"/>
              </a:spcAft>
              <a:buClrTx/>
              <a:buSzTx/>
              <a:tabLst/>
            </a:pPr>
            <a:endParaRPr kumimoji="0" lang="en-US" altLang="en-US" b="0" i="0" u="none" strike="noStrike" cap="none" normalizeH="0" baseline="0" dirty="0">
              <a:ln>
                <a:noFill/>
              </a:ln>
              <a:solidFill>
                <a:schemeClr val="tx1"/>
              </a:solidFill>
              <a:effectLst/>
              <a:latin typeface="Aparajita" panose="02020603050405020304" pitchFamily="18" charset="0"/>
              <a:ea typeface="Lato" panose="020F0502020204030203" pitchFamily="34" charset="0"/>
              <a:cs typeface="Aparajita" panose="02020603050405020304" pitchFamily="18" charset="0"/>
            </a:endParaRPr>
          </a:p>
          <a:p>
            <a:pPr marL="0" marR="0" lvl="0" indent="0" algn="just" defTabSz="914400" rtl="0" eaLnBrk="0" fontAlgn="base" latinLnBrk="0" hangingPunct="0">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parajita" panose="02020603050405020304" pitchFamily="18" charset="0"/>
                <a:ea typeface="Lato" panose="020F0502020204030203" pitchFamily="34" charset="0"/>
                <a:cs typeface="Aparajita" panose="02020603050405020304" pitchFamily="18" charset="0"/>
              </a:rPr>
              <a:t>Predictive AI:</a:t>
            </a:r>
            <a:r>
              <a:rPr kumimoji="0" lang="en-US" altLang="en-US" b="0" i="0" u="none" strike="noStrike" cap="none" normalizeH="0" baseline="0" dirty="0">
                <a:ln>
                  <a:noFill/>
                </a:ln>
                <a:solidFill>
                  <a:schemeClr val="tx1"/>
                </a:solidFill>
                <a:effectLst/>
                <a:latin typeface="Aparajita" panose="02020603050405020304" pitchFamily="18" charset="0"/>
                <a:ea typeface="Lato" panose="020F0502020204030203" pitchFamily="34" charset="0"/>
                <a:cs typeface="Aparajita" panose="02020603050405020304" pitchFamily="18" charset="0"/>
              </a:rPr>
              <a:t> Use Machine Learning to flag at-risk students before the semester starts.</a:t>
            </a:r>
          </a:p>
          <a:p>
            <a:pPr marL="0" marR="0" lvl="0" indent="0" algn="just" defTabSz="914400" rtl="0" eaLnBrk="0" fontAlgn="base" latinLnBrk="0" hangingPunct="0">
              <a:spcBef>
                <a:spcPct val="0"/>
              </a:spcBef>
              <a:spcAft>
                <a:spcPct val="0"/>
              </a:spcAft>
              <a:buClrTx/>
              <a:buSzTx/>
              <a:tabLst/>
            </a:pPr>
            <a:endParaRPr kumimoji="0" lang="en-US" altLang="en-US" b="0" i="0" u="none" strike="noStrike" cap="none" normalizeH="0" baseline="0" dirty="0">
              <a:ln>
                <a:noFill/>
              </a:ln>
              <a:solidFill>
                <a:schemeClr val="tx1"/>
              </a:solidFill>
              <a:effectLst/>
              <a:latin typeface="Aparajita" panose="02020603050405020304" pitchFamily="18" charset="0"/>
              <a:ea typeface="Lato" panose="020F0502020204030203" pitchFamily="34" charset="0"/>
              <a:cs typeface="Aparajita" panose="02020603050405020304" pitchFamily="18" charset="0"/>
            </a:endParaRPr>
          </a:p>
          <a:p>
            <a:pPr marL="0" marR="0" lvl="0" indent="0" algn="just" defTabSz="914400" rtl="0" eaLnBrk="0" fontAlgn="base" latinLnBrk="0" hangingPunct="0">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parajita" panose="02020603050405020304" pitchFamily="18" charset="0"/>
                <a:ea typeface="Lato" panose="020F0502020204030203" pitchFamily="34" charset="0"/>
                <a:cs typeface="Aparajita" panose="02020603050405020304" pitchFamily="18" charset="0"/>
              </a:rPr>
              <a:t>Agent Integration:</a:t>
            </a:r>
            <a:r>
              <a:rPr kumimoji="0" lang="en-US" altLang="en-US" b="0" i="0" u="none" strike="noStrike" cap="none" normalizeH="0" baseline="0" dirty="0">
                <a:ln>
                  <a:noFill/>
                </a:ln>
                <a:solidFill>
                  <a:schemeClr val="tx1"/>
                </a:solidFill>
                <a:effectLst/>
                <a:latin typeface="Aparajita" panose="02020603050405020304" pitchFamily="18" charset="0"/>
                <a:ea typeface="Lato" panose="020F0502020204030203" pitchFamily="34" charset="0"/>
                <a:cs typeface="Aparajita" panose="02020603050405020304" pitchFamily="18" charset="0"/>
              </a:rPr>
              <a:t> Upgrade licenses to directly embed the AI Chatbot inside the Power BI environment.</a:t>
            </a:r>
          </a:p>
          <a:p>
            <a:pPr marL="0" marR="0" lvl="0" indent="0" algn="just" defTabSz="914400" rtl="0" eaLnBrk="0" fontAlgn="base" latinLnBrk="0" hangingPunct="0">
              <a:spcBef>
                <a:spcPct val="0"/>
              </a:spcBef>
              <a:spcAft>
                <a:spcPct val="0"/>
              </a:spcAft>
              <a:buClrTx/>
              <a:buSzTx/>
              <a:tabLst/>
            </a:pPr>
            <a:endParaRPr kumimoji="0" lang="en-US" altLang="en-US" b="0" i="0" u="none" strike="noStrike" cap="none" normalizeH="0" baseline="0" dirty="0">
              <a:ln>
                <a:noFill/>
              </a:ln>
              <a:solidFill>
                <a:schemeClr val="tx1"/>
              </a:solidFill>
              <a:effectLst/>
              <a:latin typeface="Aparajita" panose="02020603050405020304" pitchFamily="18" charset="0"/>
              <a:ea typeface="Lato" panose="020F0502020204030203" pitchFamily="34" charset="0"/>
              <a:cs typeface="Aparajita" panose="02020603050405020304" pitchFamily="18" charset="0"/>
            </a:endParaRPr>
          </a:p>
          <a:p>
            <a:pPr marL="0" marR="0" lvl="0" indent="0" algn="just" defTabSz="914400" rtl="0" eaLnBrk="0" fontAlgn="base" latinLnBrk="0" hangingPunct="0">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parajita" panose="02020603050405020304" pitchFamily="18" charset="0"/>
                <a:ea typeface="Lato" panose="020F0502020204030203" pitchFamily="34" charset="0"/>
                <a:cs typeface="Aparajita" panose="02020603050405020304" pitchFamily="18" charset="0"/>
              </a:rPr>
              <a:t>Scalability:</a:t>
            </a:r>
            <a:r>
              <a:rPr kumimoji="0" lang="en-US" altLang="en-US" b="0" i="0" u="none" strike="noStrike" cap="none" normalizeH="0" baseline="0" dirty="0">
                <a:ln>
                  <a:noFill/>
                </a:ln>
                <a:solidFill>
                  <a:schemeClr val="tx1"/>
                </a:solidFill>
                <a:effectLst/>
                <a:latin typeface="Aparajita" panose="02020603050405020304" pitchFamily="18" charset="0"/>
                <a:ea typeface="Lato" panose="020F0502020204030203" pitchFamily="34" charset="0"/>
                <a:cs typeface="Aparajita" panose="02020603050405020304" pitchFamily="18" charset="0"/>
              </a:rPr>
              <a:t> Expand the model to handle district-wide or state-wide academic data.</a:t>
            </a: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4B14560-1129-4085-9217-830CF0011DD0}">
  <we:reference id="wa200007130" version="1.0.0.1" store="en-US" storeType="OMEX"/>
  <we:alternateReferences>
    <we:reference id="wa200007130" version="1.0.0.1" store="wa20000713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1113</TotalTime>
  <Words>531</Words>
  <Application>Microsoft Office PowerPoint</Application>
  <PresentationFormat>On-screen Show (16:9)</PresentationFormat>
  <Paragraphs>90</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Aparajita</vt:lpstr>
      <vt:lpstr>Arial</vt:lpstr>
      <vt:lpstr>Calibri</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Diya Maheshwari</cp:lastModifiedBy>
  <cp:revision>47</cp:revision>
  <dcterms:created xsi:type="dcterms:W3CDTF">2026-02-18T09:17:23Z</dcterms:created>
  <dcterms:modified xsi:type="dcterms:W3CDTF">2026-04-17T13:02:42Z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